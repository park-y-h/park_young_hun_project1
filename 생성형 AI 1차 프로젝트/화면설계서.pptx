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61" r:id="rId2"/>
    <p:sldId id="266" r:id="rId3"/>
    <p:sldId id="268" r:id="rId4"/>
    <p:sldId id="269" r:id="rId5"/>
    <p:sldId id="270" r:id="rId6"/>
    <p:sldId id="27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tbank403_15" initials="i" lastIdx="1" clrIdx="0">
    <p:extLst>
      <p:ext uri="{19B8F6BF-5375-455C-9EA6-DF929625EA0E}">
        <p15:presenceInfo xmlns:p15="http://schemas.microsoft.com/office/powerpoint/2012/main" userId="itbank403_1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11393715" y="5873327"/>
            <a:ext cx="798285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15"/>
          <p:cNvSpPr/>
          <p:nvPr/>
        </p:nvSpPr>
        <p:spPr bwMode="gray">
          <a:xfrm>
            <a:off x="10406744" y="2677887"/>
            <a:ext cx="1790009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14"/>
          <p:cNvSpPr/>
          <p:nvPr/>
        </p:nvSpPr>
        <p:spPr bwMode="gray">
          <a:xfrm>
            <a:off x="-14515" y="2917372"/>
            <a:ext cx="11509829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865632" y="6419088"/>
            <a:ext cx="10460736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558016" y="6419088"/>
            <a:ext cx="633984" cy="365760"/>
          </a:xfrm>
        </p:spPr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reeform 8"/>
          <p:cNvSpPr/>
          <p:nvPr/>
        </p:nvSpPr>
        <p:spPr bwMode="gray">
          <a:xfrm>
            <a:off x="2363433" y="1"/>
            <a:ext cx="1747915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gray">
          <a:xfrm>
            <a:off x="-7890" y="1"/>
            <a:ext cx="2693033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10"/>
          <p:cNvSpPr/>
          <p:nvPr/>
        </p:nvSpPr>
        <p:spPr bwMode="gray">
          <a:xfrm>
            <a:off x="-4175" y="895611"/>
            <a:ext cx="2875420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48768" y="36576"/>
            <a:ext cx="2474976" cy="36576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18" name="Oval 17"/>
          <p:cNvSpPr/>
          <p:nvPr/>
        </p:nvSpPr>
        <p:spPr bwMode="gray">
          <a:xfrm>
            <a:off x="101193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Oval 18"/>
          <p:cNvSpPr/>
          <p:nvPr/>
        </p:nvSpPr>
        <p:spPr bwMode="gray">
          <a:xfrm>
            <a:off x="107289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Oval 19"/>
          <p:cNvSpPr/>
          <p:nvPr/>
        </p:nvSpPr>
        <p:spPr bwMode="gray">
          <a:xfrm>
            <a:off x="113385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02208" y="1755648"/>
            <a:ext cx="103632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02208" y="2834640"/>
            <a:ext cx="8583168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3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09728"/>
            <a:ext cx="7924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7048"/>
            <a:ext cx="10972800" cy="459943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2804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3438145"/>
            <a:ext cx="10314432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706624" y="1929384"/>
            <a:ext cx="8558784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119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6215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2311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5839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73152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6386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97408" y="1426464"/>
            <a:ext cx="5388864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32576" y="1426464"/>
            <a:ext cx="5388864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2576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73152"/>
            <a:ext cx="93390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2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09728"/>
            <a:ext cx="933907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04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23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767071" y="411480"/>
            <a:ext cx="6864096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64208"/>
            <a:ext cx="6815667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3440" y="1664208"/>
            <a:ext cx="3767328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343" y="6583680"/>
            <a:ext cx="2844800" cy="22860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9200" y="6583680"/>
            <a:ext cx="67056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Oval 10"/>
          <p:cNvSpPr/>
          <p:nvPr/>
        </p:nvSpPr>
        <p:spPr bwMode="gray">
          <a:xfrm>
            <a:off x="30114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6210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42306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9472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6048" y="502920"/>
            <a:ext cx="10204704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6048" y="1170432"/>
            <a:ext cx="10192512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1146048" y="5385816"/>
            <a:ext cx="10204704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621792" y="658368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621792" y="5440680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5085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128016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7048"/>
            <a:ext cx="10972800" cy="459943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7678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9025831" y="6204296"/>
            <a:ext cx="1137093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9882508" y="5623560"/>
            <a:ext cx="231648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274639"/>
            <a:ext cx="224332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609600" y="274639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609600" y="6583680"/>
            <a:ext cx="2844800" cy="228600"/>
          </a:xfrm>
        </p:spPr>
        <p:txBody>
          <a:bodyPr/>
          <a:lstStyle/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3560064" y="6583680"/>
            <a:ext cx="54864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351264" y="6583680"/>
            <a:ext cx="609600" cy="228600"/>
          </a:xfrm>
        </p:spPr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62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822764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16"/>
          <p:cNvSpPr/>
          <p:nvPr/>
        </p:nvSpPr>
        <p:spPr bwMode="gray">
          <a:xfrm>
            <a:off x="749" y="6469524"/>
            <a:ext cx="1451972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17"/>
          <p:cNvSpPr/>
          <p:nvPr/>
        </p:nvSpPr>
        <p:spPr bwMode="gray">
          <a:xfrm>
            <a:off x="668880" y="6389202"/>
            <a:ext cx="6048469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18"/>
          <p:cNvSpPr/>
          <p:nvPr/>
        </p:nvSpPr>
        <p:spPr bwMode="gray">
          <a:xfrm>
            <a:off x="1411361" y="6550388"/>
            <a:ext cx="9519352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19"/>
          <p:cNvSpPr/>
          <p:nvPr/>
        </p:nvSpPr>
        <p:spPr bwMode="gray">
          <a:xfrm>
            <a:off x="6673851" y="6324681"/>
            <a:ext cx="1569095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/>
          <p:cNvSpPr/>
          <p:nvPr/>
        </p:nvSpPr>
        <p:spPr bwMode="gray">
          <a:xfrm>
            <a:off x="8224171" y="6353256"/>
            <a:ext cx="3290141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/>
          <p:cNvSpPr/>
          <p:nvPr/>
        </p:nvSpPr>
        <p:spPr bwMode="gray">
          <a:xfrm>
            <a:off x="11223081" y="6360400"/>
            <a:ext cx="79112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/>
          <p:cNvSpPr/>
          <p:nvPr/>
        </p:nvSpPr>
        <p:spPr bwMode="gray">
          <a:xfrm>
            <a:off x="10883358" y="6362781"/>
            <a:ext cx="1307596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97536" y="6583680"/>
            <a:ext cx="284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82C58AD-CF18-4E0A-BA93-5DDE63BFD59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560064" y="6583680"/>
            <a:ext cx="670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1070336" y="658368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84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C6F726-890C-4237-86AF-8F370EE57126}"/>
              </a:ext>
            </a:extLst>
          </p:cNvPr>
          <p:cNvSpPr/>
          <p:nvPr/>
        </p:nvSpPr>
        <p:spPr>
          <a:xfrm>
            <a:off x="105333" y="1378025"/>
            <a:ext cx="11981329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생성형 </a:t>
            </a:r>
            <a:r>
              <a:rPr lang="en-US" altLang="ko-KR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1</a:t>
            </a: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 프로젝트</a:t>
            </a:r>
            <a:endParaRPr lang="en-US" altLang="ko-KR" sz="3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서울시 </a:t>
            </a:r>
            <a:r>
              <a:rPr lang="en-US" altLang="ko-KR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 </a:t>
            </a:r>
            <a:r>
              <a:rPr lang="ko-KR" altLang="en-US" sz="3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보건 분석 시스템</a:t>
            </a:r>
            <a:endParaRPr lang="en-US" altLang="ko-KR" sz="3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0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화면 설계서 </a:t>
            </a:r>
            <a:endParaRPr lang="en-US" altLang="ko-KR" sz="3000" b="1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846CA-ECBE-41A0-BFEC-548E758D6B7C}"/>
              </a:ext>
            </a:extLst>
          </p:cNvPr>
          <p:cNvSpPr txBox="1"/>
          <p:nvPr/>
        </p:nvSpPr>
        <p:spPr>
          <a:xfrm>
            <a:off x="5069539" y="4450975"/>
            <a:ext cx="2052918" cy="102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2026.03.23</a:t>
            </a:r>
          </a:p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 박영훈</a:t>
            </a:r>
          </a:p>
        </p:txBody>
      </p:sp>
    </p:spTree>
    <p:extLst>
      <p:ext uri="{BB962C8B-B14F-4D97-AF65-F5344CB8AC3E}">
        <p14:creationId xmlns:p14="http://schemas.microsoft.com/office/powerpoint/2010/main" val="194548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34ADD5C-147C-408A-ADAA-D8D78BB5E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32490"/>
            <a:ext cx="9036424" cy="5303609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79606B-A499-4E13-A14F-E721B6C46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66523"/>
              </p:ext>
            </p:extLst>
          </p:nvPr>
        </p:nvGraphicFramePr>
        <p:xfrm>
          <a:off x="107576" y="91440"/>
          <a:ext cx="9036424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60">
                  <a:extLst>
                    <a:ext uri="{9D8B030D-6E8A-4147-A177-3AD203B41FA5}">
                      <a16:colId xmlns:a16="http://schemas.microsoft.com/office/drawing/2014/main" val="3553305682"/>
                    </a:ext>
                  </a:extLst>
                </a:gridCol>
                <a:gridCol w="1423059">
                  <a:extLst>
                    <a:ext uri="{9D8B030D-6E8A-4147-A177-3AD203B41FA5}">
                      <a16:colId xmlns:a16="http://schemas.microsoft.com/office/drawing/2014/main" val="416141561"/>
                    </a:ext>
                  </a:extLst>
                </a:gridCol>
                <a:gridCol w="1280753">
                  <a:extLst>
                    <a:ext uri="{9D8B030D-6E8A-4147-A177-3AD203B41FA5}">
                      <a16:colId xmlns:a16="http://schemas.microsoft.com/office/drawing/2014/main" val="4096563722"/>
                    </a:ext>
                  </a:extLst>
                </a:gridCol>
                <a:gridCol w="1761036">
                  <a:extLst>
                    <a:ext uri="{9D8B030D-6E8A-4147-A177-3AD203B41FA5}">
                      <a16:colId xmlns:a16="http://schemas.microsoft.com/office/drawing/2014/main" val="1006679857"/>
                    </a:ext>
                  </a:extLst>
                </a:gridCol>
                <a:gridCol w="889411">
                  <a:extLst>
                    <a:ext uri="{9D8B030D-6E8A-4147-A177-3AD203B41FA5}">
                      <a16:colId xmlns:a16="http://schemas.microsoft.com/office/drawing/2014/main" val="3268318058"/>
                    </a:ext>
                  </a:extLst>
                </a:gridCol>
                <a:gridCol w="800471">
                  <a:extLst>
                    <a:ext uri="{9D8B030D-6E8A-4147-A177-3AD203B41FA5}">
                      <a16:colId xmlns:a16="http://schemas.microsoft.com/office/drawing/2014/main" val="2750479190"/>
                    </a:ext>
                  </a:extLst>
                </a:gridCol>
                <a:gridCol w="578118">
                  <a:extLst>
                    <a:ext uri="{9D8B030D-6E8A-4147-A177-3AD203B41FA5}">
                      <a16:colId xmlns:a16="http://schemas.microsoft.com/office/drawing/2014/main" val="3989167654"/>
                    </a:ext>
                  </a:extLst>
                </a:gridCol>
                <a:gridCol w="1182916">
                  <a:extLst>
                    <a:ext uri="{9D8B030D-6E8A-4147-A177-3AD203B41FA5}">
                      <a16:colId xmlns:a16="http://schemas.microsoft.com/office/drawing/2014/main" val="273666395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Page Title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서울 지도 대시보드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SCR-MAP-001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Author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박영훈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2026.03.20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7649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Path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대시보드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13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E4E56BE1-8A37-4A17-8E3F-71C18A9D0BFE}"/>
              </a:ext>
            </a:extLst>
          </p:cNvPr>
          <p:cNvSpPr/>
          <p:nvPr/>
        </p:nvSpPr>
        <p:spPr>
          <a:xfrm>
            <a:off x="457199" y="1331257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C0806F-876A-447F-9A62-4B085ABB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878870"/>
              </p:ext>
            </p:extLst>
          </p:nvPr>
        </p:nvGraphicFramePr>
        <p:xfrm>
          <a:off x="9403977" y="91440"/>
          <a:ext cx="2666233" cy="4732855"/>
        </p:xfrm>
        <a:graphic>
          <a:graphicData uri="http://schemas.openxmlformats.org/drawingml/2006/table">
            <a:tbl>
              <a:tblPr/>
              <a:tblGrid>
                <a:gridCol w="305117">
                  <a:extLst>
                    <a:ext uri="{9D8B030D-6E8A-4147-A177-3AD203B41FA5}">
                      <a16:colId xmlns:a16="http://schemas.microsoft.com/office/drawing/2014/main" val="3732387232"/>
                    </a:ext>
                  </a:extLst>
                </a:gridCol>
                <a:gridCol w="2361116">
                  <a:extLst>
                    <a:ext uri="{9D8B030D-6E8A-4147-A177-3AD203B41FA5}">
                      <a16:colId xmlns:a16="http://schemas.microsoft.com/office/drawing/2014/main" val="3230558703"/>
                    </a:ext>
                  </a:extLst>
                </a:gridCol>
              </a:tblGrid>
              <a:tr h="364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Description</a:t>
                      </a:r>
                      <a:endParaRPr lang="ko-KR" altLang="en-US" sz="14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5612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로고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65799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분석 지표 클릭 시 지도에 나타나는 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색상 즉시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0463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선택한 지역의 최근 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일 오염흐름을 그래프로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70820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로그인 기능 제공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. 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및</a:t>
                      </a:r>
                      <a:b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</a:b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아이디 찾기 선택 시 링크이동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449422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실시간 서울 기온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습도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평균 위험도 정보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273838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지역 선택 시 해당구역 강조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⑦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⑧에 정보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122751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7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해당 지역 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AI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모델 분석 내용 제공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269650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8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해당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지역 주요 병원 정보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81871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9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로그인 시 회원정보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관심지역 표시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로그아웃 클릭 시 ④로 전환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27241"/>
                  </a:ext>
                </a:extLst>
              </a:tr>
            </a:tbl>
          </a:graphicData>
        </a:graphic>
      </p:graphicFrame>
      <p:sp>
        <p:nvSpPr>
          <p:cNvPr id="19" name="타원 18">
            <a:extLst>
              <a:ext uri="{FF2B5EF4-FFF2-40B4-BE49-F238E27FC236}">
                <a16:creationId xmlns:a16="http://schemas.microsoft.com/office/drawing/2014/main" id="{1A629FAB-465D-4792-99A0-10297006704F}"/>
              </a:ext>
            </a:extLst>
          </p:cNvPr>
          <p:cNvSpPr/>
          <p:nvPr/>
        </p:nvSpPr>
        <p:spPr>
          <a:xfrm>
            <a:off x="887507" y="758860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91C49C-30E9-4113-9400-4CEAAFCAFC33}"/>
              </a:ext>
            </a:extLst>
          </p:cNvPr>
          <p:cNvSpPr/>
          <p:nvPr/>
        </p:nvSpPr>
        <p:spPr>
          <a:xfrm>
            <a:off x="999565" y="2720786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7612F40-DA89-4A7A-8D12-11A81AC1AE45}"/>
              </a:ext>
            </a:extLst>
          </p:cNvPr>
          <p:cNvSpPr/>
          <p:nvPr/>
        </p:nvSpPr>
        <p:spPr>
          <a:xfrm>
            <a:off x="569256" y="4737845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4AEC609-8297-44DD-9FA0-48C0E67B8D4B}"/>
              </a:ext>
            </a:extLst>
          </p:cNvPr>
          <p:cNvSpPr/>
          <p:nvPr/>
        </p:nvSpPr>
        <p:spPr>
          <a:xfrm>
            <a:off x="1743633" y="1331256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94C73D4-1062-40AE-943D-BC74B4D008DC}"/>
              </a:ext>
            </a:extLst>
          </p:cNvPr>
          <p:cNvSpPr/>
          <p:nvPr/>
        </p:nvSpPr>
        <p:spPr>
          <a:xfrm>
            <a:off x="1846723" y="1989999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F114B59-1600-427D-979E-4585C8D9E46D}"/>
              </a:ext>
            </a:extLst>
          </p:cNvPr>
          <p:cNvSpPr/>
          <p:nvPr/>
        </p:nvSpPr>
        <p:spPr>
          <a:xfrm>
            <a:off x="7091076" y="1201267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18A2C3B-381F-4129-8708-DAD2F7284B6F}"/>
              </a:ext>
            </a:extLst>
          </p:cNvPr>
          <p:cNvSpPr/>
          <p:nvPr/>
        </p:nvSpPr>
        <p:spPr>
          <a:xfrm>
            <a:off x="7203134" y="4150655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7E40279-A43C-4404-BF4A-28B083CE4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70" y="4303057"/>
            <a:ext cx="1734673" cy="1398010"/>
          </a:xfrm>
          <a:prstGeom prst="rect">
            <a:avLst/>
          </a:prstGeom>
        </p:spPr>
      </p:pic>
      <p:sp>
        <p:nvSpPr>
          <p:cNvPr id="35" name="화살표: 굽음 34">
            <a:extLst>
              <a:ext uri="{FF2B5EF4-FFF2-40B4-BE49-F238E27FC236}">
                <a16:creationId xmlns:a16="http://schemas.microsoft.com/office/drawing/2014/main" id="{1C2DCD3B-52BE-4EE3-9C7F-7215B3C50848}"/>
              </a:ext>
            </a:extLst>
          </p:cNvPr>
          <p:cNvSpPr/>
          <p:nvPr/>
        </p:nvSpPr>
        <p:spPr>
          <a:xfrm>
            <a:off x="1249423" y="4556309"/>
            <a:ext cx="324981" cy="36307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B62F7F3-5A34-436D-965D-A2EB4E4C0238}"/>
              </a:ext>
            </a:extLst>
          </p:cNvPr>
          <p:cNvSpPr/>
          <p:nvPr/>
        </p:nvSpPr>
        <p:spPr>
          <a:xfrm>
            <a:off x="3124190" y="5271165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17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C0806F-876A-447F-9A62-4B085ABB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104562"/>
              </p:ext>
            </p:extLst>
          </p:nvPr>
        </p:nvGraphicFramePr>
        <p:xfrm>
          <a:off x="9403977" y="91440"/>
          <a:ext cx="2666233" cy="2791347"/>
        </p:xfrm>
        <a:graphic>
          <a:graphicData uri="http://schemas.openxmlformats.org/drawingml/2006/table">
            <a:tbl>
              <a:tblPr/>
              <a:tblGrid>
                <a:gridCol w="305117">
                  <a:extLst>
                    <a:ext uri="{9D8B030D-6E8A-4147-A177-3AD203B41FA5}">
                      <a16:colId xmlns:a16="http://schemas.microsoft.com/office/drawing/2014/main" val="3732387232"/>
                    </a:ext>
                  </a:extLst>
                </a:gridCol>
                <a:gridCol w="2361116">
                  <a:extLst>
                    <a:ext uri="{9D8B030D-6E8A-4147-A177-3AD203B41FA5}">
                      <a16:colId xmlns:a16="http://schemas.microsoft.com/office/drawing/2014/main" val="3230558703"/>
                    </a:ext>
                  </a:extLst>
                </a:gridCol>
              </a:tblGrid>
              <a:tr h="364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Description</a:t>
                      </a:r>
                      <a:endParaRPr lang="ko-KR" altLang="en-US" sz="14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5612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로고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65799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회원정보를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358592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이메일 인증요청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하단에 입력란 활성화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0463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유저의 관심 지역을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70820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유효성 검사 일치 시 회원가입 완료 창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(SCR-MEM-002)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으로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44942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0102E35-5C0C-442A-87DF-7FD182941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1" y="1076142"/>
            <a:ext cx="3267531" cy="495369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A629FAB-465D-4792-99A0-10297006704F}"/>
              </a:ext>
            </a:extLst>
          </p:cNvPr>
          <p:cNvSpPr/>
          <p:nvPr/>
        </p:nvSpPr>
        <p:spPr>
          <a:xfrm>
            <a:off x="358589" y="94615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AB88DA-21EC-4CC9-A5D3-B9DDD91BC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466" y="1571511"/>
            <a:ext cx="3012357" cy="4779939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D339695-D6F4-4A00-A591-463CBC694F42}"/>
              </a:ext>
            </a:extLst>
          </p:cNvPr>
          <p:cNvSpPr/>
          <p:nvPr/>
        </p:nvSpPr>
        <p:spPr>
          <a:xfrm>
            <a:off x="5732929" y="2676342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1B4C69F-02A7-4071-9BD6-AE9FC7953816}"/>
              </a:ext>
            </a:extLst>
          </p:cNvPr>
          <p:cNvSpPr/>
          <p:nvPr/>
        </p:nvSpPr>
        <p:spPr>
          <a:xfrm>
            <a:off x="5844988" y="5026512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782BE66-A7D4-4301-BDBE-2A0CDEA215BA}"/>
              </a:ext>
            </a:extLst>
          </p:cNvPr>
          <p:cNvSpPr/>
          <p:nvPr/>
        </p:nvSpPr>
        <p:spPr>
          <a:xfrm>
            <a:off x="5360894" y="5815406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4CA4980-2281-4D59-9885-33AFA365F347}"/>
              </a:ext>
            </a:extLst>
          </p:cNvPr>
          <p:cNvSpPr/>
          <p:nvPr/>
        </p:nvSpPr>
        <p:spPr>
          <a:xfrm>
            <a:off x="3389322" y="1766561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22FB6B6-0ABB-4416-8C78-3C51DD239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408288"/>
              </p:ext>
            </p:extLst>
          </p:nvPr>
        </p:nvGraphicFramePr>
        <p:xfrm>
          <a:off x="107576" y="91440"/>
          <a:ext cx="9036424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60">
                  <a:extLst>
                    <a:ext uri="{9D8B030D-6E8A-4147-A177-3AD203B41FA5}">
                      <a16:colId xmlns:a16="http://schemas.microsoft.com/office/drawing/2014/main" val="3553305682"/>
                    </a:ext>
                  </a:extLst>
                </a:gridCol>
                <a:gridCol w="1423059">
                  <a:extLst>
                    <a:ext uri="{9D8B030D-6E8A-4147-A177-3AD203B41FA5}">
                      <a16:colId xmlns:a16="http://schemas.microsoft.com/office/drawing/2014/main" val="416141561"/>
                    </a:ext>
                  </a:extLst>
                </a:gridCol>
                <a:gridCol w="1280753">
                  <a:extLst>
                    <a:ext uri="{9D8B030D-6E8A-4147-A177-3AD203B41FA5}">
                      <a16:colId xmlns:a16="http://schemas.microsoft.com/office/drawing/2014/main" val="4096563722"/>
                    </a:ext>
                  </a:extLst>
                </a:gridCol>
                <a:gridCol w="1761036">
                  <a:extLst>
                    <a:ext uri="{9D8B030D-6E8A-4147-A177-3AD203B41FA5}">
                      <a16:colId xmlns:a16="http://schemas.microsoft.com/office/drawing/2014/main" val="1006679857"/>
                    </a:ext>
                  </a:extLst>
                </a:gridCol>
                <a:gridCol w="889411">
                  <a:extLst>
                    <a:ext uri="{9D8B030D-6E8A-4147-A177-3AD203B41FA5}">
                      <a16:colId xmlns:a16="http://schemas.microsoft.com/office/drawing/2014/main" val="3268318058"/>
                    </a:ext>
                  </a:extLst>
                </a:gridCol>
                <a:gridCol w="800471">
                  <a:extLst>
                    <a:ext uri="{9D8B030D-6E8A-4147-A177-3AD203B41FA5}">
                      <a16:colId xmlns:a16="http://schemas.microsoft.com/office/drawing/2014/main" val="2750479190"/>
                    </a:ext>
                  </a:extLst>
                </a:gridCol>
                <a:gridCol w="578118">
                  <a:extLst>
                    <a:ext uri="{9D8B030D-6E8A-4147-A177-3AD203B41FA5}">
                      <a16:colId xmlns:a16="http://schemas.microsoft.com/office/drawing/2014/main" val="3989167654"/>
                    </a:ext>
                  </a:extLst>
                </a:gridCol>
                <a:gridCol w="1182916">
                  <a:extLst>
                    <a:ext uri="{9D8B030D-6E8A-4147-A177-3AD203B41FA5}">
                      <a16:colId xmlns:a16="http://schemas.microsoft.com/office/drawing/2014/main" val="273666395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Page Title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SCR-MEM-001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Author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박영훈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2026.03.20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7649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Path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대시보드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164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CAD7E2-823A-436C-BB4E-D32551BCF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154" y="1885653"/>
            <a:ext cx="4153480" cy="447737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C0806F-876A-447F-9A62-4B085ABB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10601"/>
              </p:ext>
            </p:extLst>
          </p:nvPr>
        </p:nvGraphicFramePr>
        <p:xfrm>
          <a:off x="9403977" y="91440"/>
          <a:ext cx="2666233" cy="1820593"/>
        </p:xfrm>
        <a:graphic>
          <a:graphicData uri="http://schemas.openxmlformats.org/drawingml/2006/table">
            <a:tbl>
              <a:tblPr/>
              <a:tblGrid>
                <a:gridCol w="305117">
                  <a:extLst>
                    <a:ext uri="{9D8B030D-6E8A-4147-A177-3AD203B41FA5}">
                      <a16:colId xmlns:a16="http://schemas.microsoft.com/office/drawing/2014/main" val="3732387232"/>
                    </a:ext>
                  </a:extLst>
                </a:gridCol>
                <a:gridCol w="2361116">
                  <a:extLst>
                    <a:ext uri="{9D8B030D-6E8A-4147-A177-3AD203B41FA5}">
                      <a16:colId xmlns:a16="http://schemas.microsoft.com/office/drawing/2014/main" val="3230558703"/>
                    </a:ext>
                  </a:extLst>
                </a:gridCol>
              </a:tblGrid>
              <a:tr h="364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Description</a:t>
                      </a:r>
                      <a:endParaRPr lang="ko-KR" altLang="en-US" sz="14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5612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로고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65799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가입 환영 문구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619325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04634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0102E35-5C0C-442A-87DF-7FD182941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1" y="1076142"/>
            <a:ext cx="3267531" cy="495369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A629FAB-465D-4792-99A0-10297006704F}"/>
              </a:ext>
            </a:extLst>
          </p:cNvPr>
          <p:cNvSpPr/>
          <p:nvPr/>
        </p:nvSpPr>
        <p:spPr>
          <a:xfrm>
            <a:off x="358589" y="94615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1B4C69F-02A7-4071-9BD6-AE9FC7953816}"/>
              </a:ext>
            </a:extLst>
          </p:cNvPr>
          <p:cNvSpPr/>
          <p:nvPr/>
        </p:nvSpPr>
        <p:spPr>
          <a:xfrm>
            <a:off x="6221504" y="5336171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C17B333-6FF8-4EF4-979E-C12E91A6BD6C}"/>
              </a:ext>
            </a:extLst>
          </p:cNvPr>
          <p:cNvSpPr/>
          <p:nvPr/>
        </p:nvSpPr>
        <p:spPr>
          <a:xfrm>
            <a:off x="4069974" y="211784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6226FE7-6F2D-4DA5-9807-AF1017FD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691"/>
              </p:ext>
            </p:extLst>
          </p:nvPr>
        </p:nvGraphicFramePr>
        <p:xfrm>
          <a:off x="107576" y="91440"/>
          <a:ext cx="9036424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60">
                  <a:extLst>
                    <a:ext uri="{9D8B030D-6E8A-4147-A177-3AD203B41FA5}">
                      <a16:colId xmlns:a16="http://schemas.microsoft.com/office/drawing/2014/main" val="3553305682"/>
                    </a:ext>
                  </a:extLst>
                </a:gridCol>
                <a:gridCol w="1423059">
                  <a:extLst>
                    <a:ext uri="{9D8B030D-6E8A-4147-A177-3AD203B41FA5}">
                      <a16:colId xmlns:a16="http://schemas.microsoft.com/office/drawing/2014/main" val="416141561"/>
                    </a:ext>
                  </a:extLst>
                </a:gridCol>
                <a:gridCol w="1280753">
                  <a:extLst>
                    <a:ext uri="{9D8B030D-6E8A-4147-A177-3AD203B41FA5}">
                      <a16:colId xmlns:a16="http://schemas.microsoft.com/office/drawing/2014/main" val="4096563722"/>
                    </a:ext>
                  </a:extLst>
                </a:gridCol>
                <a:gridCol w="1761036">
                  <a:extLst>
                    <a:ext uri="{9D8B030D-6E8A-4147-A177-3AD203B41FA5}">
                      <a16:colId xmlns:a16="http://schemas.microsoft.com/office/drawing/2014/main" val="1006679857"/>
                    </a:ext>
                  </a:extLst>
                </a:gridCol>
                <a:gridCol w="889411">
                  <a:extLst>
                    <a:ext uri="{9D8B030D-6E8A-4147-A177-3AD203B41FA5}">
                      <a16:colId xmlns:a16="http://schemas.microsoft.com/office/drawing/2014/main" val="3268318058"/>
                    </a:ext>
                  </a:extLst>
                </a:gridCol>
                <a:gridCol w="800471">
                  <a:extLst>
                    <a:ext uri="{9D8B030D-6E8A-4147-A177-3AD203B41FA5}">
                      <a16:colId xmlns:a16="http://schemas.microsoft.com/office/drawing/2014/main" val="2750479190"/>
                    </a:ext>
                  </a:extLst>
                </a:gridCol>
                <a:gridCol w="578118">
                  <a:extLst>
                    <a:ext uri="{9D8B030D-6E8A-4147-A177-3AD203B41FA5}">
                      <a16:colId xmlns:a16="http://schemas.microsoft.com/office/drawing/2014/main" val="3989167654"/>
                    </a:ext>
                  </a:extLst>
                </a:gridCol>
                <a:gridCol w="1182916">
                  <a:extLst>
                    <a:ext uri="{9D8B030D-6E8A-4147-A177-3AD203B41FA5}">
                      <a16:colId xmlns:a16="http://schemas.microsoft.com/office/drawing/2014/main" val="273666395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Page Title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 완료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SCR-MEM-002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Author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박영훈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2026.03.20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7649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Path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대시보드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 완료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36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9E84FC2C-1AD6-47B2-A455-47D2A7ECC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522" y="1951684"/>
            <a:ext cx="4572638" cy="31246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3E410D5-61A6-4861-B2BA-099AAD6F5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6" y="1548788"/>
            <a:ext cx="4353533" cy="4363059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C0806F-876A-447F-9A62-4B085ABB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81488"/>
              </p:ext>
            </p:extLst>
          </p:nvPr>
        </p:nvGraphicFramePr>
        <p:xfrm>
          <a:off x="9403977" y="91440"/>
          <a:ext cx="2666233" cy="3276724"/>
        </p:xfrm>
        <a:graphic>
          <a:graphicData uri="http://schemas.openxmlformats.org/drawingml/2006/table">
            <a:tbl>
              <a:tblPr/>
              <a:tblGrid>
                <a:gridCol w="305117">
                  <a:extLst>
                    <a:ext uri="{9D8B030D-6E8A-4147-A177-3AD203B41FA5}">
                      <a16:colId xmlns:a16="http://schemas.microsoft.com/office/drawing/2014/main" val="3732387232"/>
                    </a:ext>
                  </a:extLst>
                </a:gridCol>
                <a:gridCol w="2361116">
                  <a:extLst>
                    <a:ext uri="{9D8B030D-6E8A-4147-A177-3AD203B41FA5}">
                      <a16:colId xmlns:a16="http://schemas.microsoft.com/office/drawing/2014/main" val="3230558703"/>
                    </a:ext>
                  </a:extLst>
                </a:gridCol>
              </a:tblGrid>
              <a:tr h="364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Description</a:t>
                      </a:r>
                      <a:endParaRPr lang="ko-KR" altLang="en-US" sz="14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5612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로고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65799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비밀번호 찾기로 탭 전환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619325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하단 인증번호 입력 창 활성화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0463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인증 완료 시 찾기 아이디 정보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탭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962205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or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 창 으로 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609717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577644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0102E35-5C0C-442A-87DF-7FD182941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1" y="1076142"/>
            <a:ext cx="3267531" cy="495369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A629FAB-465D-4792-99A0-10297006704F}"/>
              </a:ext>
            </a:extLst>
          </p:cNvPr>
          <p:cNvSpPr/>
          <p:nvPr/>
        </p:nvSpPr>
        <p:spPr>
          <a:xfrm>
            <a:off x="358589" y="94615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1B4C69F-02A7-4071-9BD6-AE9FC7953816}"/>
              </a:ext>
            </a:extLst>
          </p:cNvPr>
          <p:cNvSpPr/>
          <p:nvPr/>
        </p:nvSpPr>
        <p:spPr>
          <a:xfrm>
            <a:off x="3714215" y="4721776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CFAC7F0-7447-4950-9A99-FA9C34DA6ED3}"/>
              </a:ext>
            </a:extLst>
          </p:cNvPr>
          <p:cNvSpPr/>
          <p:nvPr/>
        </p:nvSpPr>
        <p:spPr>
          <a:xfrm>
            <a:off x="4079119" y="1821696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7D2A4FB-72D9-4813-BD7B-5F59A1292E38}"/>
              </a:ext>
            </a:extLst>
          </p:cNvPr>
          <p:cNvSpPr/>
          <p:nvPr/>
        </p:nvSpPr>
        <p:spPr>
          <a:xfrm>
            <a:off x="8012790" y="4078941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68C6603-599B-4534-A0F8-88DD84143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161214"/>
              </p:ext>
            </p:extLst>
          </p:nvPr>
        </p:nvGraphicFramePr>
        <p:xfrm>
          <a:off x="107576" y="91440"/>
          <a:ext cx="9036424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60">
                  <a:extLst>
                    <a:ext uri="{9D8B030D-6E8A-4147-A177-3AD203B41FA5}">
                      <a16:colId xmlns:a16="http://schemas.microsoft.com/office/drawing/2014/main" val="3553305682"/>
                    </a:ext>
                  </a:extLst>
                </a:gridCol>
                <a:gridCol w="1676329">
                  <a:extLst>
                    <a:ext uri="{9D8B030D-6E8A-4147-A177-3AD203B41FA5}">
                      <a16:colId xmlns:a16="http://schemas.microsoft.com/office/drawing/2014/main" val="416141561"/>
                    </a:ext>
                  </a:extLst>
                </a:gridCol>
                <a:gridCol w="1027483">
                  <a:extLst>
                    <a:ext uri="{9D8B030D-6E8A-4147-A177-3AD203B41FA5}">
                      <a16:colId xmlns:a16="http://schemas.microsoft.com/office/drawing/2014/main" val="4096563722"/>
                    </a:ext>
                  </a:extLst>
                </a:gridCol>
                <a:gridCol w="1761036">
                  <a:extLst>
                    <a:ext uri="{9D8B030D-6E8A-4147-A177-3AD203B41FA5}">
                      <a16:colId xmlns:a16="http://schemas.microsoft.com/office/drawing/2014/main" val="1006679857"/>
                    </a:ext>
                  </a:extLst>
                </a:gridCol>
                <a:gridCol w="889411">
                  <a:extLst>
                    <a:ext uri="{9D8B030D-6E8A-4147-A177-3AD203B41FA5}">
                      <a16:colId xmlns:a16="http://schemas.microsoft.com/office/drawing/2014/main" val="3268318058"/>
                    </a:ext>
                  </a:extLst>
                </a:gridCol>
                <a:gridCol w="800471">
                  <a:extLst>
                    <a:ext uri="{9D8B030D-6E8A-4147-A177-3AD203B41FA5}">
                      <a16:colId xmlns:a16="http://schemas.microsoft.com/office/drawing/2014/main" val="2750479190"/>
                    </a:ext>
                  </a:extLst>
                </a:gridCol>
                <a:gridCol w="578118">
                  <a:extLst>
                    <a:ext uri="{9D8B030D-6E8A-4147-A177-3AD203B41FA5}">
                      <a16:colId xmlns:a16="http://schemas.microsoft.com/office/drawing/2014/main" val="3989167654"/>
                    </a:ext>
                  </a:extLst>
                </a:gridCol>
                <a:gridCol w="1182916">
                  <a:extLst>
                    <a:ext uri="{9D8B030D-6E8A-4147-A177-3AD203B41FA5}">
                      <a16:colId xmlns:a16="http://schemas.microsoft.com/office/drawing/2014/main" val="273666395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Page Title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SCR-MEM-003A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Author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박영훈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2026.03.20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7649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Path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대시보드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13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81EDD09E-C1B0-4ABC-91A9-A22DC523BFEB}"/>
              </a:ext>
            </a:extLst>
          </p:cNvPr>
          <p:cNvSpPr/>
          <p:nvPr/>
        </p:nvSpPr>
        <p:spPr>
          <a:xfrm>
            <a:off x="4401671" y="2713681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D25F404-C26A-482D-9277-DE6A7544BB72}"/>
              </a:ext>
            </a:extLst>
          </p:cNvPr>
          <p:cNvSpPr/>
          <p:nvPr/>
        </p:nvSpPr>
        <p:spPr>
          <a:xfrm>
            <a:off x="2759472" y="5651869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254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5CEE28-4F6E-409B-955F-F1E897581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771" y="1936827"/>
            <a:ext cx="4239217" cy="34104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8C14E3-6067-4BF6-A437-F1405B429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36" y="1571511"/>
            <a:ext cx="3743752" cy="4462418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2C0806F-876A-447F-9A62-4B085ABB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35622"/>
              </p:ext>
            </p:extLst>
          </p:nvPr>
        </p:nvGraphicFramePr>
        <p:xfrm>
          <a:off x="9403977" y="91440"/>
          <a:ext cx="2666233" cy="3276724"/>
        </p:xfrm>
        <a:graphic>
          <a:graphicData uri="http://schemas.openxmlformats.org/drawingml/2006/table">
            <a:tbl>
              <a:tblPr/>
              <a:tblGrid>
                <a:gridCol w="305117">
                  <a:extLst>
                    <a:ext uri="{9D8B030D-6E8A-4147-A177-3AD203B41FA5}">
                      <a16:colId xmlns:a16="http://schemas.microsoft.com/office/drawing/2014/main" val="3732387232"/>
                    </a:ext>
                  </a:extLst>
                </a:gridCol>
                <a:gridCol w="2361116">
                  <a:extLst>
                    <a:ext uri="{9D8B030D-6E8A-4147-A177-3AD203B41FA5}">
                      <a16:colId xmlns:a16="http://schemas.microsoft.com/office/drawing/2014/main" val="3230558703"/>
                    </a:ext>
                  </a:extLst>
                </a:gridCol>
              </a:tblGrid>
              <a:tr h="364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Description</a:t>
                      </a:r>
                      <a:endParaRPr lang="ko-KR" altLang="en-US" sz="14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5612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1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로고 클릭 시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657993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아이디 찾기로 탭 전환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64078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3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하단 인증번호 입력 창 활성화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90463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4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인증 완료 시 찾기 비밀번호 재설정 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탭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962205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5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</a:t>
                      </a:r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or </a:t>
                      </a: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회원가입 창 으로 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577644"/>
                  </a:ext>
                </a:extLst>
              </a:tr>
              <a:tr h="485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6</a:t>
                      </a:r>
                      <a:endParaRPr lang="ko-KR" altLang="en-US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클릭 시 비밀번호 데이트 수정 및</a:t>
                      </a:r>
                      <a:endParaRPr lang="en-US" altLang="ko-KR" sz="100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대시보드로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83937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0102E35-5C0C-442A-87DF-7FD182941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1" y="1076142"/>
            <a:ext cx="3267531" cy="495369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:a16="http://schemas.microsoft.com/office/drawing/2014/main" id="{1A629FAB-465D-4792-99A0-10297006704F}"/>
              </a:ext>
            </a:extLst>
          </p:cNvPr>
          <p:cNvSpPr/>
          <p:nvPr/>
        </p:nvSpPr>
        <p:spPr>
          <a:xfrm>
            <a:off x="358589" y="94615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C17B333-6FF8-4EF4-979E-C12E91A6BD6C}"/>
              </a:ext>
            </a:extLst>
          </p:cNvPr>
          <p:cNvSpPr/>
          <p:nvPr/>
        </p:nvSpPr>
        <p:spPr>
          <a:xfrm>
            <a:off x="2428953" y="1809404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68C6603-599B-4534-A0F8-88DD84143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876477"/>
              </p:ext>
            </p:extLst>
          </p:nvPr>
        </p:nvGraphicFramePr>
        <p:xfrm>
          <a:off x="107576" y="91440"/>
          <a:ext cx="9036424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660">
                  <a:extLst>
                    <a:ext uri="{9D8B030D-6E8A-4147-A177-3AD203B41FA5}">
                      <a16:colId xmlns:a16="http://schemas.microsoft.com/office/drawing/2014/main" val="3553305682"/>
                    </a:ext>
                  </a:extLst>
                </a:gridCol>
                <a:gridCol w="1676329">
                  <a:extLst>
                    <a:ext uri="{9D8B030D-6E8A-4147-A177-3AD203B41FA5}">
                      <a16:colId xmlns:a16="http://schemas.microsoft.com/office/drawing/2014/main" val="416141561"/>
                    </a:ext>
                  </a:extLst>
                </a:gridCol>
                <a:gridCol w="1027483">
                  <a:extLst>
                    <a:ext uri="{9D8B030D-6E8A-4147-A177-3AD203B41FA5}">
                      <a16:colId xmlns:a16="http://schemas.microsoft.com/office/drawing/2014/main" val="4096563722"/>
                    </a:ext>
                  </a:extLst>
                </a:gridCol>
                <a:gridCol w="1761036">
                  <a:extLst>
                    <a:ext uri="{9D8B030D-6E8A-4147-A177-3AD203B41FA5}">
                      <a16:colId xmlns:a16="http://schemas.microsoft.com/office/drawing/2014/main" val="1006679857"/>
                    </a:ext>
                  </a:extLst>
                </a:gridCol>
                <a:gridCol w="889411">
                  <a:extLst>
                    <a:ext uri="{9D8B030D-6E8A-4147-A177-3AD203B41FA5}">
                      <a16:colId xmlns:a16="http://schemas.microsoft.com/office/drawing/2014/main" val="3268318058"/>
                    </a:ext>
                  </a:extLst>
                </a:gridCol>
                <a:gridCol w="800471">
                  <a:extLst>
                    <a:ext uri="{9D8B030D-6E8A-4147-A177-3AD203B41FA5}">
                      <a16:colId xmlns:a16="http://schemas.microsoft.com/office/drawing/2014/main" val="2750479190"/>
                    </a:ext>
                  </a:extLst>
                </a:gridCol>
                <a:gridCol w="578118">
                  <a:extLst>
                    <a:ext uri="{9D8B030D-6E8A-4147-A177-3AD203B41FA5}">
                      <a16:colId xmlns:a16="http://schemas.microsoft.com/office/drawing/2014/main" val="3989167654"/>
                    </a:ext>
                  </a:extLst>
                </a:gridCol>
                <a:gridCol w="1182916">
                  <a:extLst>
                    <a:ext uri="{9D8B030D-6E8A-4147-A177-3AD203B41FA5}">
                      <a16:colId xmlns:a16="http://schemas.microsoft.com/office/drawing/2014/main" val="273666395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Page Title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SCR-MEM-003B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Author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박영훈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date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2026.03.20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7649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Screen Path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대시보드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비밀번호 찾기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656813"/>
                  </a:ext>
                </a:extLst>
              </a:tr>
            </a:tbl>
          </a:graphicData>
        </a:graphic>
      </p:graphicFrame>
      <p:sp>
        <p:nvSpPr>
          <p:cNvPr id="17" name="타원 16">
            <a:extLst>
              <a:ext uri="{FF2B5EF4-FFF2-40B4-BE49-F238E27FC236}">
                <a16:creationId xmlns:a16="http://schemas.microsoft.com/office/drawing/2014/main" id="{EA5D9D67-487E-42B7-A750-AD6F7698453E}"/>
              </a:ext>
            </a:extLst>
          </p:cNvPr>
          <p:cNvSpPr/>
          <p:nvPr/>
        </p:nvSpPr>
        <p:spPr>
          <a:xfrm>
            <a:off x="4213412" y="3229683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A12FEC4-DE98-4D54-89F5-A86ED824ADE8}"/>
              </a:ext>
            </a:extLst>
          </p:cNvPr>
          <p:cNvSpPr/>
          <p:nvPr/>
        </p:nvSpPr>
        <p:spPr>
          <a:xfrm>
            <a:off x="2753912" y="5787964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20756F6-B2D6-47C9-A9D5-14130649AA7D}"/>
              </a:ext>
            </a:extLst>
          </p:cNvPr>
          <p:cNvSpPr/>
          <p:nvPr/>
        </p:nvSpPr>
        <p:spPr>
          <a:xfrm>
            <a:off x="3785932" y="4932978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1541607-FCD6-4E3B-85AB-C851B075D07F}"/>
              </a:ext>
            </a:extLst>
          </p:cNvPr>
          <p:cNvSpPr/>
          <p:nvPr/>
        </p:nvSpPr>
        <p:spPr>
          <a:xfrm>
            <a:off x="8277250" y="4439919"/>
            <a:ext cx="224117" cy="25997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32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36D2E-F564-468A-9A3F-37F38B75DBD2}"/>
              </a:ext>
            </a:extLst>
          </p:cNvPr>
          <p:cNvSpPr txBox="1"/>
          <p:nvPr/>
        </p:nvSpPr>
        <p:spPr>
          <a:xfrm>
            <a:off x="3520888" y="2782669"/>
            <a:ext cx="5150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200906040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2981</TotalTime>
  <Words>386</Words>
  <Application>Microsoft Office PowerPoint</Application>
  <PresentationFormat>와이드스크린</PresentationFormat>
  <Paragraphs>163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HY견고딕</vt:lpstr>
      <vt:lpstr>HY그래픽M</vt:lpstr>
      <vt:lpstr>맑은 고딕</vt:lpstr>
      <vt:lpstr>Arial</vt:lpstr>
      <vt:lpstr>Candara</vt:lpstr>
      <vt:lpstr>Corbel</vt:lpstr>
      <vt:lpstr>Wingdings 3</vt:lpstr>
      <vt:lpstr>New_Education02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itbank403_15</dc:creator>
  <cp:lastModifiedBy>itbank403_15</cp:lastModifiedBy>
  <cp:revision>184</cp:revision>
  <dcterms:created xsi:type="dcterms:W3CDTF">2026-03-11T01:16:02Z</dcterms:created>
  <dcterms:modified xsi:type="dcterms:W3CDTF">2026-03-23T01:22:46Z</dcterms:modified>
</cp:coreProperties>
</file>