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61" r:id="rId2"/>
    <p:sldId id="266" r:id="rId3"/>
    <p:sldId id="268" r:id="rId4"/>
    <p:sldId id="269" r:id="rId5"/>
    <p:sldId id="270" r:id="rId6"/>
    <p:sldId id="271" r:id="rId7"/>
    <p:sldId id="272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tbank403_15" initials="i" lastIdx="1" clrIdx="0">
    <p:extLst>
      <p:ext uri="{19B8F6BF-5375-455C-9EA6-DF929625EA0E}">
        <p15:presenceInfo xmlns:p15="http://schemas.microsoft.com/office/powerpoint/2012/main" userId="itbank403_15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6"/>
          <p:cNvSpPr/>
          <p:nvPr/>
        </p:nvSpPr>
        <p:spPr bwMode="gray">
          <a:xfrm>
            <a:off x="11393715" y="5873327"/>
            <a:ext cx="798285" cy="987315"/>
          </a:xfrm>
          <a:custGeom>
            <a:avLst/>
            <a:gdLst>
              <a:gd name="connsiteX0" fmla="*/ 587828 w 598714"/>
              <a:gd name="connsiteY0" fmla="*/ 0 h 979714"/>
              <a:gd name="connsiteX1" fmla="*/ 598714 w 598714"/>
              <a:gd name="connsiteY1" fmla="*/ 979714 h 979714"/>
              <a:gd name="connsiteX2" fmla="*/ 174171 w 598714"/>
              <a:gd name="connsiteY2" fmla="*/ 968828 h 979714"/>
              <a:gd name="connsiteX3" fmla="*/ 0 w 598714"/>
              <a:gd name="connsiteY3" fmla="*/ 185057 h 979714"/>
              <a:gd name="connsiteX4" fmla="*/ 587828 w 598714"/>
              <a:gd name="connsiteY4" fmla="*/ 0 h 979714"/>
              <a:gd name="connsiteX0" fmla="*/ 595944 w 598714"/>
              <a:gd name="connsiteY0" fmla="*/ 0 h 984674"/>
              <a:gd name="connsiteX1" fmla="*/ 598714 w 598714"/>
              <a:gd name="connsiteY1" fmla="*/ 984674 h 984674"/>
              <a:gd name="connsiteX2" fmla="*/ 174171 w 598714"/>
              <a:gd name="connsiteY2" fmla="*/ 973788 h 984674"/>
              <a:gd name="connsiteX3" fmla="*/ 0 w 598714"/>
              <a:gd name="connsiteY3" fmla="*/ 190017 h 984674"/>
              <a:gd name="connsiteX4" fmla="*/ 595944 w 598714"/>
              <a:gd name="connsiteY4" fmla="*/ 0 h 984674"/>
              <a:gd name="connsiteX0" fmla="*/ 595944 w 598714"/>
              <a:gd name="connsiteY0" fmla="*/ 0 h 987315"/>
              <a:gd name="connsiteX1" fmla="*/ 598714 w 598714"/>
              <a:gd name="connsiteY1" fmla="*/ 984674 h 987315"/>
              <a:gd name="connsiteX2" fmla="*/ 179582 w 598714"/>
              <a:gd name="connsiteY2" fmla="*/ 987315 h 987315"/>
              <a:gd name="connsiteX3" fmla="*/ 0 w 598714"/>
              <a:gd name="connsiteY3" fmla="*/ 190017 h 987315"/>
              <a:gd name="connsiteX4" fmla="*/ 595944 w 598714"/>
              <a:gd name="connsiteY4" fmla="*/ 0 h 987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8714" h="987315">
                <a:moveTo>
                  <a:pt x="595944" y="0"/>
                </a:moveTo>
                <a:cubicBezTo>
                  <a:pt x="596867" y="328225"/>
                  <a:pt x="597791" y="656449"/>
                  <a:pt x="598714" y="984674"/>
                </a:cubicBezTo>
                <a:lnTo>
                  <a:pt x="179582" y="987315"/>
                </a:lnTo>
                <a:lnTo>
                  <a:pt x="0" y="190017"/>
                </a:lnTo>
                <a:lnTo>
                  <a:pt x="59594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Freeform 15"/>
          <p:cNvSpPr/>
          <p:nvPr/>
        </p:nvSpPr>
        <p:spPr bwMode="gray">
          <a:xfrm>
            <a:off x="10406744" y="2677887"/>
            <a:ext cx="1790009" cy="3298371"/>
          </a:xfrm>
          <a:custGeom>
            <a:avLst/>
            <a:gdLst>
              <a:gd name="connsiteX0" fmla="*/ 0 w 1338943"/>
              <a:gd name="connsiteY0" fmla="*/ 206828 h 3298371"/>
              <a:gd name="connsiteX1" fmla="*/ 1338943 w 1338943"/>
              <a:gd name="connsiteY1" fmla="*/ 0 h 3298371"/>
              <a:gd name="connsiteX2" fmla="*/ 1328057 w 1338943"/>
              <a:gd name="connsiteY2" fmla="*/ 3102428 h 3298371"/>
              <a:gd name="connsiteX3" fmla="*/ 718457 w 1338943"/>
              <a:gd name="connsiteY3" fmla="*/ 3298371 h 3298371"/>
              <a:gd name="connsiteX4" fmla="*/ 0 w 1338943"/>
              <a:gd name="connsiteY4" fmla="*/ 206828 h 3298371"/>
              <a:gd name="connsiteX0" fmla="*/ 0 w 1342507"/>
              <a:gd name="connsiteY0" fmla="*/ 206828 h 3298371"/>
              <a:gd name="connsiteX1" fmla="*/ 1338943 w 1342507"/>
              <a:gd name="connsiteY1" fmla="*/ 0 h 3298371"/>
              <a:gd name="connsiteX2" fmla="*/ 1338878 w 1342507"/>
              <a:gd name="connsiteY2" fmla="*/ 3097919 h 3298371"/>
              <a:gd name="connsiteX3" fmla="*/ 718457 w 1342507"/>
              <a:gd name="connsiteY3" fmla="*/ 3298371 h 3298371"/>
              <a:gd name="connsiteX4" fmla="*/ 0 w 1342507"/>
              <a:gd name="connsiteY4" fmla="*/ 206828 h 3298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2507" h="3298371">
                <a:moveTo>
                  <a:pt x="0" y="206828"/>
                </a:moveTo>
                <a:lnTo>
                  <a:pt x="1338943" y="0"/>
                </a:lnTo>
                <a:cubicBezTo>
                  <a:pt x="1335314" y="1034143"/>
                  <a:pt x="1342507" y="2063776"/>
                  <a:pt x="1338878" y="3097919"/>
                </a:cubicBezTo>
                <a:lnTo>
                  <a:pt x="718457" y="3298371"/>
                </a:lnTo>
                <a:lnTo>
                  <a:pt x="0" y="206828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5" name="Freeform 14"/>
          <p:cNvSpPr/>
          <p:nvPr/>
        </p:nvSpPr>
        <p:spPr bwMode="gray">
          <a:xfrm>
            <a:off x="-14515" y="2917372"/>
            <a:ext cx="11509829" cy="3940629"/>
          </a:xfrm>
          <a:custGeom>
            <a:avLst/>
            <a:gdLst>
              <a:gd name="connsiteX0" fmla="*/ 0 w 8632372"/>
              <a:gd name="connsiteY0" fmla="*/ 3940629 h 3940629"/>
              <a:gd name="connsiteX1" fmla="*/ 2732315 w 8632372"/>
              <a:gd name="connsiteY1" fmla="*/ 783772 h 3940629"/>
              <a:gd name="connsiteX2" fmla="*/ 7696200 w 8632372"/>
              <a:gd name="connsiteY2" fmla="*/ 0 h 3940629"/>
              <a:gd name="connsiteX3" fmla="*/ 8632372 w 8632372"/>
              <a:gd name="connsiteY3" fmla="*/ 3940629 h 3940629"/>
              <a:gd name="connsiteX4" fmla="*/ 0 w 8632372"/>
              <a:gd name="connsiteY4" fmla="*/ 3940629 h 3940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2372" h="3940629">
                <a:moveTo>
                  <a:pt x="0" y="3940629"/>
                </a:moveTo>
                <a:lnTo>
                  <a:pt x="2732315" y="783772"/>
                </a:lnTo>
                <a:lnTo>
                  <a:pt x="7696200" y="0"/>
                </a:lnTo>
                <a:lnTo>
                  <a:pt x="8632372" y="3940629"/>
                </a:lnTo>
                <a:lnTo>
                  <a:pt x="0" y="3940629"/>
                </a:lnTo>
                <a:close/>
              </a:path>
            </a:pathLst>
          </a:cu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>
            <a:off x="865632" y="6419088"/>
            <a:ext cx="10460736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558016" y="6419088"/>
            <a:ext cx="633984" cy="365760"/>
          </a:xfrm>
        </p:spPr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Freeform 8"/>
          <p:cNvSpPr/>
          <p:nvPr/>
        </p:nvSpPr>
        <p:spPr bwMode="gray">
          <a:xfrm>
            <a:off x="2363433" y="1"/>
            <a:ext cx="1747915" cy="1115627"/>
          </a:xfrm>
          <a:custGeom>
            <a:avLst/>
            <a:gdLst>
              <a:gd name="connsiteX0" fmla="*/ 0 w 1310936"/>
              <a:gd name="connsiteY0" fmla="*/ 0 h 1115627"/>
              <a:gd name="connsiteX1" fmla="*/ 435006 w 1310936"/>
              <a:gd name="connsiteY1" fmla="*/ 1115627 h 1115627"/>
              <a:gd name="connsiteX2" fmla="*/ 1310936 w 1310936"/>
              <a:gd name="connsiteY2" fmla="*/ 645111 h 1115627"/>
              <a:gd name="connsiteX3" fmla="*/ 1222159 w 1310936"/>
              <a:gd name="connsiteY3" fmla="*/ 0 h 1115627"/>
              <a:gd name="connsiteX4" fmla="*/ 0 w 1310936"/>
              <a:gd name="connsiteY4" fmla="*/ 0 h 111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0936" h="1115627">
                <a:moveTo>
                  <a:pt x="0" y="0"/>
                </a:moveTo>
                <a:lnTo>
                  <a:pt x="435006" y="1115627"/>
                </a:lnTo>
                <a:lnTo>
                  <a:pt x="1310936" y="645111"/>
                </a:lnTo>
                <a:lnTo>
                  <a:pt x="1222159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Freeform 7"/>
          <p:cNvSpPr/>
          <p:nvPr/>
        </p:nvSpPr>
        <p:spPr bwMode="gray">
          <a:xfrm>
            <a:off x="-7890" y="1"/>
            <a:ext cx="2693033" cy="1452979"/>
          </a:xfrm>
          <a:custGeom>
            <a:avLst/>
            <a:gdLst>
              <a:gd name="connsiteX0" fmla="*/ 0 w 2013857"/>
              <a:gd name="connsiteY0" fmla="*/ 10886 h 1436914"/>
              <a:gd name="connsiteX1" fmla="*/ 0 w 2013857"/>
              <a:gd name="connsiteY1" fmla="*/ 1436914 h 1436914"/>
              <a:gd name="connsiteX2" fmla="*/ 2013857 w 2013857"/>
              <a:gd name="connsiteY2" fmla="*/ 794657 h 1436914"/>
              <a:gd name="connsiteX3" fmla="*/ 1687286 w 2013857"/>
              <a:gd name="connsiteY3" fmla="*/ 0 h 1436914"/>
              <a:gd name="connsiteX4" fmla="*/ 0 w 2013857"/>
              <a:gd name="connsiteY4" fmla="*/ 10886 h 1436914"/>
              <a:gd name="connsiteX0" fmla="*/ 0 w 2013857"/>
              <a:gd name="connsiteY0" fmla="*/ 2008 h 1436914"/>
              <a:gd name="connsiteX1" fmla="*/ 0 w 2013857"/>
              <a:gd name="connsiteY1" fmla="*/ 1436914 h 1436914"/>
              <a:gd name="connsiteX2" fmla="*/ 2013857 w 2013857"/>
              <a:gd name="connsiteY2" fmla="*/ 794657 h 1436914"/>
              <a:gd name="connsiteX3" fmla="*/ 1687286 w 2013857"/>
              <a:gd name="connsiteY3" fmla="*/ 0 h 1436914"/>
              <a:gd name="connsiteX4" fmla="*/ 0 w 2013857"/>
              <a:gd name="connsiteY4" fmla="*/ 2008 h 1436914"/>
              <a:gd name="connsiteX0" fmla="*/ 5918 w 2019775"/>
              <a:gd name="connsiteY0" fmla="*/ 2008 h 1452979"/>
              <a:gd name="connsiteX1" fmla="*/ 5918 w 2019775"/>
              <a:gd name="connsiteY1" fmla="*/ 1436914 h 1452979"/>
              <a:gd name="connsiteX2" fmla="*/ 0 w 2019775"/>
              <a:gd name="connsiteY2" fmla="*/ 1452979 h 1452979"/>
              <a:gd name="connsiteX3" fmla="*/ 2019775 w 2019775"/>
              <a:gd name="connsiteY3" fmla="*/ 794657 h 1452979"/>
              <a:gd name="connsiteX4" fmla="*/ 1693204 w 2019775"/>
              <a:gd name="connsiteY4" fmla="*/ 0 h 1452979"/>
              <a:gd name="connsiteX5" fmla="*/ 5918 w 2019775"/>
              <a:gd name="connsiteY5" fmla="*/ 2008 h 1452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9775" h="1452979">
                <a:moveTo>
                  <a:pt x="5918" y="2008"/>
                </a:moveTo>
                <a:lnTo>
                  <a:pt x="5918" y="1436914"/>
                </a:lnTo>
                <a:lnTo>
                  <a:pt x="0" y="1452979"/>
                </a:lnTo>
                <a:lnTo>
                  <a:pt x="2019775" y="794657"/>
                </a:lnTo>
                <a:lnTo>
                  <a:pt x="1693204" y="0"/>
                </a:lnTo>
                <a:lnTo>
                  <a:pt x="5918" y="200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Freeform 10"/>
          <p:cNvSpPr/>
          <p:nvPr/>
        </p:nvSpPr>
        <p:spPr bwMode="gray">
          <a:xfrm>
            <a:off x="-4175" y="895611"/>
            <a:ext cx="2875420" cy="1399784"/>
          </a:xfrm>
          <a:custGeom>
            <a:avLst/>
            <a:gdLst>
              <a:gd name="connsiteX0" fmla="*/ 2048006 w 2148214"/>
              <a:gd name="connsiteY0" fmla="*/ 0 h 1399784"/>
              <a:gd name="connsiteX1" fmla="*/ 2148214 w 2148214"/>
              <a:gd name="connsiteY1" fmla="*/ 253652 h 1399784"/>
              <a:gd name="connsiteX2" fmla="*/ 0 w 2148214"/>
              <a:gd name="connsiteY2" fmla="*/ 1399784 h 1399784"/>
              <a:gd name="connsiteX3" fmla="*/ 0 w 2148214"/>
              <a:gd name="connsiteY3" fmla="*/ 676405 h 1399784"/>
              <a:gd name="connsiteX4" fmla="*/ 2048006 w 2148214"/>
              <a:gd name="connsiteY4" fmla="*/ 0 h 1399784"/>
              <a:gd name="connsiteX0" fmla="*/ 2048006 w 2156565"/>
              <a:gd name="connsiteY0" fmla="*/ 0 h 1399784"/>
              <a:gd name="connsiteX1" fmla="*/ 2156565 w 2156565"/>
              <a:gd name="connsiteY1" fmla="*/ 247389 h 1399784"/>
              <a:gd name="connsiteX2" fmla="*/ 0 w 2156565"/>
              <a:gd name="connsiteY2" fmla="*/ 1399784 h 1399784"/>
              <a:gd name="connsiteX3" fmla="*/ 0 w 2156565"/>
              <a:gd name="connsiteY3" fmla="*/ 676405 h 1399784"/>
              <a:gd name="connsiteX4" fmla="*/ 2048006 w 2156565"/>
              <a:gd name="connsiteY4" fmla="*/ 0 h 1399784"/>
              <a:gd name="connsiteX0" fmla="*/ 2060532 w 2156565"/>
              <a:gd name="connsiteY0" fmla="*/ 0 h 1399784"/>
              <a:gd name="connsiteX1" fmla="*/ 2156565 w 2156565"/>
              <a:gd name="connsiteY1" fmla="*/ 247389 h 1399784"/>
              <a:gd name="connsiteX2" fmla="*/ 0 w 2156565"/>
              <a:gd name="connsiteY2" fmla="*/ 1399784 h 1399784"/>
              <a:gd name="connsiteX3" fmla="*/ 0 w 2156565"/>
              <a:gd name="connsiteY3" fmla="*/ 676405 h 1399784"/>
              <a:gd name="connsiteX4" fmla="*/ 2060532 w 2156565"/>
              <a:gd name="connsiteY4" fmla="*/ 0 h 1399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565" h="1399784">
                <a:moveTo>
                  <a:pt x="2060532" y="0"/>
                </a:moveTo>
                <a:lnTo>
                  <a:pt x="2156565" y="247389"/>
                </a:lnTo>
                <a:lnTo>
                  <a:pt x="0" y="1399784"/>
                </a:lnTo>
                <a:lnTo>
                  <a:pt x="0" y="676405"/>
                </a:lnTo>
                <a:lnTo>
                  <a:pt x="2060532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xfrm>
            <a:off x="48768" y="36576"/>
            <a:ext cx="2474976" cy="365760"/>
          </a:xfrm>
        </p:spPr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18" name="Oval 17"/>
          <p:cNvSpPr/>
          <p:nvPr/>
        </p:nvSpPr>
        <p:spPr bwMode="gray">
          <a:xfrm>
            <a:off x="10119360" y="283464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9" name="Oval 18"/>
          <p:cNvSpPr/>
          <p:nvPr/>
        </p:nvSpPr>
        <p:spPr bwMode="gray">
          <a:xfrm>
            <a:off x="10728960" y="283464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0" name="Oval 19"/>
          <p:cNvSpPr/>
          <p:nvPr/>
        </p:nvSpPr>
        <p:spPr bwMode="gray">
          <a:xfrm>
            <a:off x="11338560" y="283464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gray">
          <a:xfrm>
            <a:off x="902208" y="1755648"/>
            <a:ext cx="10363200" cy="1069848"/>
          </a:xfrm>
        </p:spPr>
        <p:txBody>
          <a:bodyPr/>
          <a:lstStyle>
            <a:lvl1pPr algn="l">
              <a:defRPr b="1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02208" y="2834640"/>
            <a:ext cx="8583168" cy="59436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130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109728"/>
            <a:ext cx="79248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27048"/>
            <a:ext cx="10972800" cy="4599432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Oval 6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Oval 7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16215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Oval 9"/>
          <p:cNvSpPr/>
          <p:nvPr/>
        </p:nvSpPr>
        <p:spPr bwMode="gray">
          <a:xfrm>
            <a:off x="101803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Oval 10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Oval 11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428044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168" y="3438145"/>
            <a:ext cx="10314432" cy="1352931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black">
          <a:xfrm>
            <a:off x="2706624" y="1929384"/>
            <a:ext cx="8558784" cy="1499616"/>
          </a:xfr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Oval 6"/>
          <p:cNvSpPr/>
          <p:nvPr/>
        </p:nvSpPr>
        <p:spPr bwMode="gray">
          <a:xfrm>
            <a:off x="1011936" y="3099816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Oval 7"/>
          <p:cNvSpPr/>
          <p:nvPr/>
        </p:nvSpPr>
        <p:spPr bwMode="gray">
          <a:xfrm>
            <a:off x="1621536" y="3099816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2231136" y="3099816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58395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9488" y="73152"/>
            <a:ext cx="8193024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Oval 7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Oval 9"/>
          <p:cNvSpPr/>
          <p:nvPr/>
        </p:nvSpPr>
        <p:spPr bwMode="gray">
          <a:xfrm>
            <a:off x="16215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Oval 10"/>
          <p:cNvSpPr/>
          <p:nvPr/>
        </p:nvSpPr>
        <p:spPr bwMode="gray">
          <a:xfrm>
            <a:off x="101803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Oval 11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Oval 12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06386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597408" y="1426464"/>
            <a:ext cx="5388864" cy="786384"/>
          </a:xfrm>
        </p:spPr>
        <p:txBody>
          <a:bodyPr anchor="b"/>
          <a:lstStyle>
            <a:lvl1pPr marL="0" indent="0">
              <a:buFont typeface="Arial" pitchFamily="34" charset="0"/>
              <a:buNone/>
              <a:defRPr sz="2400" b="1">
                <a:ln>
                  <a:solidFill>
                    <a:schemeClr val="accent2">
                      <a:lumMod val="50000"/>
                    </a:schemeClr>
                  </a:solidFill>
                </a:ln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7408" y="2240280"/>
            <a:ext cx="5401056" cy="377647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6132576" y="1426464"/>
            <a:ext cx="5388864" cy="786384"/>
          </a:xfrm>
        </p:spPr>
        <p:txBody>
          <a:bodyPr anchor="b"/>
          <a:lstStyle>
            <a:lvl1pPr marL="0" indent="0">
              <a:buNone/>
              <a:defRPr sz="2400" b="1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32576" y="2240280"/>
            <a:ext cx="5401056" cy="377647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Oval 9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Oval 10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Oval 13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5" name="Oval 14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464" y="73152"/>
            <a:ext cx="9339072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420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464" y="109728"/>
            <a:ext cx="9339072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Oval 5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Oval 6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Oval 7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59048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233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 bwMode="gray">
          <a:xfrm>
            <a:off x="-7891" y="0"/>
            <a:ext cx="3206496" cy="1783080"/>
            <a:chOff x="-5918" y="0"/>
            <a:chExt cx="3089429" cy="2295395"/>
          </a:xfrm>
        </p:grpSpPr>
        <p:sp>
          <p:nvSpPr>
            <p:cNvPr id="8" name="Freeform 7"/>
            <p:cNvSpPr/>
            <p:nvPr userDrawn="1"/>
          </p:nvSpPr>
          <p:spPr bwMode="gray">
            <a:xfrm>
              <a:off x="1772575" y="0"/>
              <a:ext cx="1310936" cy="1115627"/>
            </a:xfrm>
            <a:custGeom>
              <a:avLst/>
              <a:gdLst>
                <a:gd name="connsiteX0" fmla="*/ 0 w 1310936"/>
                <a:gd name="connsiteY0" fmla="*/ 0 h 1115627"/>
                <a:gd name="connsiteX1" fmla="*/ 435006 w 1310936"/>
                <a:gd name="connsiteY1" fmla="*/ 1115627 h 1115627"/>
                <a:gd name="connsiteX2" fmla="*/ 1310936 w 1310936"/>
                <a:gd name="connsiteY2" fmla="*/ 645111 h 1115627"/>
                <a:gd name="connsiteX3" fmla="*/ 1222159 w 1310936"/>
                <a:gd name="connsiteY3" fmla="*/ 0 h 1115627"/>
                <a:gd name="connsiteX4" fmla="*/ 0 w 1310936"/>
                <a:gd name="connsiteY4" fmla="*/ 0 h 111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0936" h="1115627">
                  <a:moveTo>
                    <a:pt x="0" y="0"/>
                  </a:moveTo>
                  <a:lnTo>
                    <a:pt x="435006" y="1115627"/>
                  </a:lnTo>
                  <a:lnTo>
                    <a:pt x="1310936" y="645111"/>
                  </a:lnTo>
                  <a:lnTo>
                    <a:pt x="12221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9" name="Freeform 8"/>
            <p:cNvSpPr/>
            <p:nvPr userDrawn="1"/>
          </p:nvSpPr>
          <p:spPr bwMode="gray">
            <a:xfrm>
              <a:off x="-5918" y="0"/>
              <a:ext cx="2019775" cy="1452979"/>
            </a:xfrm>
            <a:custGeom>
              <a:avLst/>
              <a:gdLst>
                <a:gd name="connsiteX0" fmla="*/ 0 w 2013857"/>
                <a:gd name="connsiteY0" fmla="*/ 10886 h 1436914"/>
                <a:gd name="connsiteX1" fmla="*/ 0 w 2013857"/>
                <a:gd name="connsiteY1" fmla="*/ 1436914 h 1436914"/>
                <a:gd name="connsiteX2" fmla="*/ 2013857 w 2013857"/>
                <a:gd name="connsiteY2" fmla="*/ 794657 h 1436914"/>
                <a:gd name="connsiteX3" fmla="*/ 1687286 w 2013857"/>
                <a:gd name="connsiteY3" fmla="*/ 0 h 1436914"/>
                <a:gd name="connsiteX4" fmla="*/ 0 w 2013857"/>
                <a:gd name="connsiteY4" fmla="*/ 10886 h 1436914"/>
                <a:gd name="connsiteX0" fmla="*/ 0 w 2013857"/>
                <a:gd name="connsiteY0" fmla="*/ 2008 h 1436914"/>
                <a:gd name="connsiteX1" fmla="*/ 0 w 2013857"/>
                <a:gd name="connsiteY1" fmla="*/ 1436914 h 1436914"/>
                <a:gd name="connsiteX2" fmla="*/ 2013857 w 2013857"/>
                <a:gd name="connsiteY2" fmla="*/ 794657 h 1436914"/>
                <a:gd name="connsiteX3" fmla="*/ 1687286 w 2013857"/>
                <a:gd name="connsiteY3" fmla="*/ 0 h 1436914"/>
                <a:gd name="connsiteX4" fmla="*/ 0 w 2013857"/>
                <a:gd name="connsiteY4" fmla="*/ 2008 h 1436914"/>
                <a:gd name="connsiteX0" fmla="*/ 5918 w 2019775"/>
                <a:gd name="connsiteY0" fmla="*/ 2008 h 1452979"/>
                <a:gd name="connsiteX1" fmla="*/ 5918 w 2019775"/>
                <a:gd name="connsiteY1" fmla="*/ 1436914 h 1452979"/>
                <a:gd name="connsiteX2" fmla="*/ 0 w 2019775"/>
                <a:gd name="connsiteY2" fmla="*/ 1452979 h 1452979"/>
                <a:gd name="connsiteX3" fmla="*/ 2019775 w 2019775"/>
                <a:gd name="connsiteY3" fmla="*/ 794657 h 1452979"/>
                <a:gd name="connsiteX4" fmla="*/ 1693204 w 2019775"/>
                <a:gd name="connsiteY4" fmla="*/ 0 h 1452979"/>
                <a:gd name="connsiteX5" fmla="*/ 5918 w 2019775"/>
                <a:gd name="connsiteY5" fmla="*/ 2008 h 1452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9775" h="1452979">
                  <a:moveTo>
                    <a:pt x="5918" y="2008"/>
                  </a:moveTo>
                  <a:lnTo>
                    <a:pt x="5918" y="1436914"/>
                  </a:lnTo>
                  <a:lnTo>
                    <a:pt x="0" y="1452979"/>
                  </a:lnTo>
                  <a:lnTo>
                    <a:pt x="2019775" y="794657"/>
                  </a:lnTo>
                  <a:lnTo>
                    <a:pt x="1693204" y="0"/>
                  </a:lnTo>
                  <a:lnTo>
                    <a:pt x="5918" y="200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9"/>
            <p:cNvSpPr/>
            <p:nvPr userDrawn="1"/>
          </p:nvSpPr>
          <p:spPr bwMode="gray">
            <a:xfrm>
              <a:off x="-3132" y="895611"/>
              <a:ext cx="2156565" cy="1399784"/>
            </a:xfrm>
            <a:custGeom>
              <a:avLst/>
              <a:gdLst>
                <a:gd name="connsiteX0" fmla="*/ 2048006 w 2148214"/>
                <a:gd name="connsiteY0" fmla="*/ 0 h 1399784"/>
                <a:gd name="connsiteX1" fmla="*/ 2148214 w 2148214"/>
                <a:gd name="connsiteY1" fmla="*/ 253652 h 1399784"/>
                <a:gd name="connsiteX2" fmla="*/ 0 w 2148214"/>
                <a:gd name="connsiteY2" fmla="*/ 1399784 h 1399784"/>
                <a:gd name="connsiteX3" fmla="*/ 0 w 2148214"/>
                <a:gd name="connsiteY3" fmla="*/ 676405 h 1399784"/>
                <a:gd name="connsiteX4" fmla="*/ 2048006 w 2148214"/>
                <a:gd name="connsiteY4" fmla="*/ 0 h 1399784"/>
                <a:gd name="connsiteX0" fmla="*/ 2048006 w 2156565"/>
                <a:gd name="connsiteY0" fmla="*/ 0 h 1399784"/>
                <a:gd name="connsiteX1" fmla="*/ 2156565 w 2156565"/>
                <a:gd name="connsiteY1" fmla="*/ 247389 h 1399784"/>
                <a:gd name="connsiteX2" fmla="*/ 0 w 2156565"/>
                <a:gd name="connsiteY2" fmla="*/ 1399784 h 1399784"/>
                <a:gd name="connsiteX3" fmla="*/ 0 w 2156565"/>
                <a:gd name="connsiteY3" fmla="*/ 676405 h 1399784"/>
                <a:gd name="connsiteX4" fmla="*/ 2048006 w 2156565"/>
                <a:gd name="connsiteY4" fmla="*/ 0 h 1399784"/>
                <a:gd name="connsiteX0" fmla="*/ 2060532 w 2156565"/>
                <a:gd name="connsiteY0" fmla="*/ 0 h 1399784"/>
                <a:gd name="connsiteX1" fmla="*/ 2156565 w 2156565"/>
                <a:gd name="connsiteY1" fmla="*/ 247389 h 1399784"/>
                <a:gd name="connsiteX2" fmla="*/ 0 w 2156565"/>
                <a:gd name="connsiteY2" fmla="*/ 1399784 h 1399784"/>
                <a:gd name="connsiteX3" fmla="*/ 0 w 2156565"/>
                <a:gd name="connsiteY3" fmla="*/ 676405 h 1399784"/>
                <a:gd name="connsiteX4" fmla="*/ 2060532 w 2156565"/>
                <a:gd name="connsiteY4" fmla="*/ 0 h 139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6565" h="1399784">
                  <a:moveTo>
                    <a:pt x="2060532" y="0"/>
                  </a:moveTo>
                  <a:lnTo>
                    <a:pt x="2156565" y="247389"/>
                  </a:lnTo>
                  <a:lnTo>
                    <a:pt x="0" y="1399784"/>
                  </a:lnTo>
                  <a:lnTo>
                    <a:pt x="0" y="676405"/>
                  </a:lnTo>
                  <a:lnTo>
                    <a:pt x="20605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">
          <a:xfrm>
            <a:off x="4767071" y="411480"/>
            <a:ext cx="6864096" cy="1162050"/>
          </a:xfrm>
        </p:spPr>
        <p:txBody>
          <a:bodyPr anchor="b">
            <a:normAutofit/>
          </a:bodyPr>
          <a:lstStyle>
            <a:lvl1pPr algn="l"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664208"/>
            <a:ext cx="6815667" cy="470001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53440" y="1664208"/>
            <a:ext cx="3767328" cy="4690872"/>
          </a:xfrm>
          <a:solidFill>
            <a:schemeClr val="accent6">
              <a:lumMod val="60000"/>
              <a:lumOff val="40000"/>
            </a:schemeClr>
          </a:solidFill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56343" y="6583680"/>
            <a:ext cx="2844800" cy="228600"/>
          </a:xfrm>
        </p:spPr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759200" y="6583680"/>
            <a:ext cx="6705600" cy="2286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Oval 10"/>
          <p:cNvSpPr/>
          <p:nvPr/>
        </p:nvSpPr>
        <p:spPr bwMode="gray">
          <a:xfrm>
            <a:off x="3011424" y="1161288"/>
            <a:ext cx="377952" cy="283464"/>
          </a:xfrm>
          <a:prstGeom prst="ellipse">
            <a:avLst/>
          </a:prstGeom>
          <a:noFill/>
          <a:ln w="57150">
            <a:solidFill>
              <a:srgbClr val="C1C1C1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Oval 11"/>
          <p:cNvSpPr/>
          <p:nvPr/>
        </p:nvSpPr>
        <p:spPr bwMode="gray">
          <a:xfrm>
            <a:off x="3621024" y="1161288"/>
            <a:ext cx="377952" cy="283464"/>
          </a:xfrm>
          <a:prstGeom prst="ellipse">
            <a:avLst/>
          </a:prstGeom>
          <a:noFill/>
          <a:ln w="57150">
            <a:solidFill>
              <a:srgbClr val="C1C1C1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Oval 12"/>
          <p:cNvSpPr/>
          <p:nvPr/>
        </p:nvSpPr>
        <p:spPr bwMode="gray">
          <a:xfrm>
            <a:off x="4230624" y="1161288"/>
            <a:ext cx="377952" cy="283464"/>
          </a:xfrm>
          <a:prstGeom prst="ellipse">
            <a:avLst/>
          </a:prstGeom>
          <a:noFill/>
          <a:ln w="57150">
            <a:solidFill>
              <a:srgbClr val="C1C1C1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394728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">
          <a:xfrm>
            <a:off x="1146048" y="502920"/>
            <a:ext cx="10204704" cy="566928"/>
          </a:xfrm>
        </p:spPr>
        <p:txBody>
          <a:bodyPr anchor="ctr">
            <a:normAutofit/>
          </a:bodyPr>
          <a:lstStyle>
            <a:lvl1pPr algn="l">
              <a:defRPr sz="2800" b="1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46048" y="1170432"/>
            <a:ext cx="10192512" cy="4114800"/>
          </a:xfrm>
          <a:solidFill>
            <a:schemeClr val="accent6">
              <a:lumMod val="20000"/>
              <a:lumOff val="80000"/>
            </a:schemeClr>
          </a:solidFill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black">
          <a:xfrm>
            <a:off x="1146048" y="5385816"/>
            <a:ext cx="10204704" cy="78638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Oval 7"/>
          <p:cNvSpPr/>
          <p:nvPr/>
        </p:nvSpPr>
        <p:spPr bwMode="gray">
          <a:xfrm>
            <a:off x="621792" y="658368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621792" y="5440680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650853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9488" y="128016"/>
            <a:ext cx="8193024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527048"/>
            <a:ext cx="10972800" cy="459943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Oval 6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Oval 7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16215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Oval 9"/>
          <p:cNvSpPr/>
          <p:nvPr/>
        </p:nvSpPr>
        <p:spPr bwMode="gray">
          <a:xfrm>
            <a:off x="101803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Oval 10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Oval 11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676784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/>
          <p:cNvSpPr/>
          <p:nvPr/>
        </p:nvSpPr>
        <p:spPr bwMode="gray">
          <a:xfrm flipH="1" flipV="1">
            <a:off x="9025831" y="6204296"/>
            <a:ext cx="1137093" cy="653704"/>
          </a:xfrm>
          <a:custGeom>
            <a:avLst/>
            <a:gdLst>
              <a:gd name="connsiteX0" fmla="*/ 0 w 1310936"/>
              <a:gd name="connsiteY0" fmla="*/ 0 h 1115627"/>
              <a:gd name="connsiteX1" fmla="*/ 435006 w 1310936"/>
              <a:gd name="connsiteY1" fmla="*/ 1115627 h 1115627"/>
              <a:gd name="connsiteX2" fmla="*/ 1310936 w 1310936"/>
              <a:gd name="connsiteY2" fmla="*/ 645111 h 1115627"/>
              <a:gd name="connsiteX3" fmla="*/ 1222159 w 1310936"/>
              <a:gd name="connsiteY3" fmla="*/ 0 h 1115627"/>
              <a:gd name="connsiteX4" fmla="*/ 0 w 1310936"/>
              <a:gd name="connsiteY4" fmla="*/ 0 h 1115627"/>
              <a:gd name="connsiteX0" fmla="*/ 0 w 1310936"/>
              <a:gd name="connsiteY0" fmla="*/ 0 h 1063415"/>
              <a:gd name="connsiteX1" fmla="*/ 414592 w 1310936"/>
              <a:gd name="connsiteY1" fmla="*/ 1063415 h 1063415"/>
              <a:gd name="connsiteX2" fmla="*/ 1310936 w 1310936"/>
              <a:gd name="connsiteY2" fmla="*/ 645111 h 1063415"/>
              <a:gd name="connsiteX3" fmla="*/ 1222159 w 1310936"/>
              <a:gd name="connsiteY3" fmla="*/ 0 h 1063415"/>
              <a:gd name="connsiteX4" fmla="*/ 0 w 1310936"/>
              <a:gd name="connsiteY4" fmla="*/ 0 h 1063415"/>
              <a:gd name="connsiteX0" fmla="*/ 0 w 1328969"/>
              <a:gd name="connsiteY0" fmla="*/ 0 h 1063415"/>
              <a:gd name="connsiteX1" fmla="*/ 414592 w 1328969"/>
              <a:gd name="connsiteY1" fmla="*/ 1063415 h 1063415"/>
              <a:gd name="connsiteX2" fmla="*/ 1328969 w 1328969"/>
              <a:gd name="connsiteY2" fmla="*/ 764808 h 1063415"/>
              <a:gd name="connsiteX3" fmla="*/ 1222159 w 1328969"/>
              <a:gd name="connsiteY3" fmla="*/ 0 h 1063415"/>
              <a:gd name="connsiteX4" fmla="*/ 0 w 1328969"/>
              <a:gd name="connsiteY4" fmla="*/ 0 h 1063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8969" h="1063415">
                <a:moveTo>
                  <a:pt x="0" y="0"/>
                </a:moveTo>
                <a:lnTo>
                  <a:pt x="414592" y="1063415"/>
                </a:lnTo>
                <a:lnTo>
                  <a:pt x="1328969" y="764808"/>
                </a:lnTo>
                <a:lnTo>
                  <a:pt x="1222159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Freeform 12"/>
          <p:cNvSpPr/>
          <p:nvPr/>
        </p:nvSpPr>
        <p:spPr bwMode="gray">
          <a:xfrm flipH="1" flipV="1">
            <a:off x="9882508" y="5623560"/>
            <a:ext cx="2316480" cy="1234440"/>
          </a:xfrm>
          <a:custGeom>
            <a:avLst/>
            <a:gdLst>
              <a:gd name="connsiteX0" fmla="*/ 0 w 2013857"/>
              <a:gd name="connsiteY0" fmla="*/ 10886 h 1436914"/>
              <a:gd name="connsiteX1" fmla="*/ 0 w 2013857"/>
              <a:gd name="connsiteY1" fmla="*/ 1436914 h 1436914"/>
              <a:gd name="connsiteX2" fmla="*/ 2013857 w 2013857"/>
              <a:gd name="connsiteY2" fmla="*/ 794657 h 1436914"/>
              <a:gd name="connsiteX3" fmla="*/ 1687286 w 2013857"/>
              <a:gd name="connsiteY3" fmla="*/ 0 h 1436914"/>
              <a:gd name="connsiteX4" fmla="*/ 0 w 2013857"/>
              <a:gd name="connsiteY4" fmla="*/ 10886 h 1436914"/>
              <a:gd name="connsiteX0" fmla="*/ 0 w 2013857"/>
              <a:gd name="connsiteY0" fmla="*/ 2008 h 1436914"/>
              <a:gd name="connsiteX1" fmla="*/ 0 w 2013857"/>
              <a:gd name="connsiteY1" fmla="*/ 1436914 h 1436914"/>
              <a:gd name="connsiteX2" fmla="*/ 2013857 w 2013857"/>
              <a:gd name="connsiteY2" fmla="*/ 794657 h 1436914"/>
              <a:gd name="connsiteX3" fmla="*/ 1687286 w 2013857"/>
              <a:gd name="connsiteY3" fmla="*/ 0 h 1436914"/>
              <a:gd name="connsiteX4" fmla="*/ 0 w 2013857"/>
              <a:gd name="connsiteY4" fmla="*/ 2008 h 1436914"/>
              <a:gd name="connsiteX0" fmla="*/ 5918 w 2019775"/>
              <a:gd name="connsiteY0" fmla="*/ 2008 h 1452979"/>
              <a:gd name="connsiteX1" fmla="*/ 5918 w 2019775"/>
              <a:gd name="connsiteY1" fmla="*/ 1436914 h 1452979"/>
              <a:gd name="connsiteX2" fmla="*/ 0 w 2019775"/>
              <a:gd name="connsiteY2" fmla="*/ 1452979 h 1452979"/>
              <a:gd name="connsiteX3" fmla="*/ 2019775 w 2019775"/>
              <a:gd name="connsiteY3" fmla="*/ 794657 h 1452979"/>
              <a:gd name="connsiteX4" fmla="*/ 1693204 w 2019775"/>
              <a:gd name="connsiteY4" fmla="*/ 0 h 1452979"/>
              <a:gd name="connsiteX5" fmla="*/ 5918 w 2019775"/>
              <a:gd name="connsiteY5" fmla="*/ 2008 h 1452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9775" h="1452979">
                <a:moveTo>
                  <a:pt x="5918" y="2008"/>
                </a:moveTo>
                <a:lnTo>
                  <a:pt x="5918" y="1436914"/>
                </a:lnTo>
                <a:lnTo>
                  <a:pt x="0" y="1452979"/>
                </a:lnTo>
                <a:lnTo>
                  <a:pt x="2019775" y="794657"/>
                </a:lnTo>
                <a:lnTo>
                  <a:pt x="1693204" y="0"/>
                </a:lnTo>
                <a:lnTo>
                  <a:pt x="5918" y="200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7" name="Group 6"/>
          <p:cNvGrpSpPr/>
          <p:nvPr/>
        </p:nvGrpSpPr>
        <p:grpSpPr bwMode="gray">
          <a:xfrm>
            <a:off x="-7891" y="0"/>
            <a:ext cx="3206496" cy="1783080"/>
            <a:chOff x="-5918" y="0"/>
            <a:chExt cx="3089429" cy="2295395"/>
          </a:xfrm>
        </p:grpSpPr>
        <p:sp>
          <p:nvSpPr>
            <p:cNvPr id="8" name="Freeform 7"/>
            <p:cNvSpPr/>
            <p:nvPr userDrawn="1"/>
          </p:nvSpPr>
          <p:spPr bwMode="gray">
            <a:xfrm>
              <a:off x="1772575" y="0"/>
              <a:ext cx="1310936" cy="1115627"/>
            </a:xfrm>
            <a:custGeom>
              <a:avLst/>
              <a:gdLst>
                <a:gd name="connsiteX0" fmla="*/ 0 w 1310936"/>
                <a:gd name="connsiteY0" fmla="*/ 0 h 1115627"/>
                <a:gd name="connsiteX1" fmla="*/ 435006 w 1310936"/>
                <a:gd name="connsiteY1" fmla="*/ 1115627 h 1115627"/>
                <a:gd name="connsiteX2" fmla="*/ 1310936 w 1310936"/>
                <a:gd name="connsiteY2" fmla="*/ 645111 h 1115627"/>
                <a:gd name="connsiteX3" fmla="*/ 1222159 w 1310936"/>
                <a:gd name="connsiteY3" fmla="*/ 0 h 1115627"/>
                <a:gd name="connsiteX4" fmla="*/ 0 w 1310936"/>
                <a:gd name="connsiteY4" fmla="*/ 0 h 111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0936" h="1115627">
                  <a:moveTo>
                    <a:pt x="0" y="0"/>
                  </a:moveTo>
                  <a:lnTo>
                    <a:pt x="435006" y="1115627"/>
                  </a:lnTo>
                  <a:lnTo>
                    <a:pt x="1310936" y="645111"/>
                  </a:lnTo>
                  <a:lnTo>
                    <a:pt x="12221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9" name="Freeform 8"/>
            <p:cNvSpPr/>
            <p:nvPr userDrawn="1"/>
          </p:nvSpPr>
          <p:spPr bwMode="gray">
            <a:xfrm>
              <a:off x="-5918" y="0"/>
              <a:ext cx="2019775" cy="1452979"/>
            </a:xfrm>
            <a:custGeom>
              <a:avLst/>
              <a:gdLst>
                <a:gd name="connsiteX0" fmla="*/ 0 w 2013857"/>
                <a:gd name="connsiteY0" fmla="*/ 10886 h 1436914"/>
                <a:gd name="connsiteX1" fmla="*/ 0 w 2013857"/>
                <a:gd name="connsiteY1" fmla="*/ 1436914 h 1436914"/>
                <a:gd name="connsiteX2" fmla="*/ 2013857 w 2013857"/>
                <a:gd name="connsiteY2" fmla="*/ 794657 h 1436914"/>
                <a:gd name="connsiteX3" fmla="*/ 1687286 w 2013857"/>
                <a:gd name="connsiteY3" fmla="*/ 0 h 1436914"/>
                <a:gd name="connsiteX4" fmla="*/ 0 w 2013857"/>
                <a:gd name="connsiteY4" fmla="*/ 10886 h 1436914"/>
                <a:gd name="connsiteX0" fmla="*/ 0 w 2013857"/>
                <a:gd name="connsiteY0" fmla="*/ 2008 h 1436914"/>
                <a:gd name="connsiteX1" fmla="*/ 0 w 2013857"/>
                <a:gd name="connsiteY1" fmla="*/ 1436914 h 1436914"/>
                <a:gd name="connsiteX2" fmla="*/ 2013857 w 2013857"/>
                <a:gd name="connsiteY2" fmla="*/ 794657 h 1436914"/>
                <a:gd name="connsiteX3" fmla="*/ 1687286 w 2013857"/>
                <a:gd name="connsiteY3" fmla="*/ 0 h 1436914"/>
                <a:gd name="connsiteX4" fmla="*/ 0 w 2013857"/>
                <a:gd name="connsiteY4" fmla="*/ 2008 h 1436914"/>
                <a:gd name="connsiteX0" fmla="*/ 5918 w 2019775"/>
                <a:gd name="connsiteY0" fmla="*/ 2008 h 1452979"/>
                <a:gd name="connsiteX1" fmla="*/ 5918 w 2019775"/>
                <a:gd name="connsiteY1" fmla="*/ 1436914 h 1452979"/>
                <a:gd name="connsiteX2" fmla="*/ 0 w 2019775"/>
                <a:gd name="connsiteY2" fmla="*/ 1452979 h 1452979"/>
                <a:gd name="connsiteX3" fmla="*/ 2019775 w 2019775"/>
                <a:gd name="connsiteY3" fmla="*/ 794657 h 1452979"/>
                <a:gd name="connsiteX4" fmla="*/ 1693204 w 2019775"/>
                <a:gd name="connsiteY4" fmla="*/ 0 h 1452979"/>
                <a:gd name="connsiteX5" fmla="*/ 5918 w 2019775"/>
                <a:gd name="connsiteY5" fmla="*/ 2008 h 1452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9775" h="1452979">
                  <a:moveTo>
                    <a:pt x="5918" y="2008"/>
                  </a:moveTo>
                  <a:lnTo>
                    <a:pt x="5918" y="1436914"/>
                  </a:lnTo>
                  <a:lnTo>
                    <a:pt x="0" y="1452979"/>
                  </a:lnTo>
                  <a:lnTo>
                    <a:pt x="2019775" y="794657"/>
                  </a:lnTo>
                  <a:lnTo>
                    <a:pt x="1693204" y="0"/>
                  </a:lnTo>
                  <a:lnTo>
                    <a:pt x="5918" y="200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9"/>
            <p:cNvSpPr/>
            <p:nvPr userDrawn="1"/>
          </p:nvSpPr>
          <p:spPr bwMode="gray">
            <a:xfrm>
              <a:off x="-3132" y="895611"/>
              <a:ext cx="2156565" cy="1399784"/>
            </a:xfrm>
            <a:custGeom>
              <a:avLst/>
              <a:gdLst>
                <a:gd name="connsiteX0" fmla="*/ 2048006 w 2148214"/>
                <a:gd name="connsiteY0" fmla="*/ 0 h 1399784"/>
                <a:gd name="connsiteX1" fmla="*/ 2148214 w 2148214"/>
                <a:gd name="connsiteY1" fmla="*/ 253652 h 1399784"/>
                <a:gd name="connsiteX2" fmla="*/ 0 w 2148214"/>
                <a:gd name="connsiteY2" fmla="*/ 1399784 h 1399784"/>
                <a:gd name="connsiteX3" fmla="*/ 0 w 2148214"/>
                <a:gd name="connsiteY3" fmla="*/ 676405 h 1399784"/>
                <a:gd name="connsiteX4" fmla="*/ 2048006 w 2148214"/>
                <a:gd name="connsiteY4" fmla="*/ 0 h 1399784"/>
                <a:gd name="connsiteX0" fmla="*/ 2048006 w 2156565"/>
                <a:gd name="connsiteY0" fmla="*/ 0 h 1399784"/>
                <a:gd name="connsiteX1" fmla="*/ 2156565 w 2156565"/>
                <a:gd name="connsiteY1" fmla="*/ 247389 h 1399784"/>
                <a:gd name="connsiteX2" fmla="*/ 0 w 2156565"/>
                <a:gd name="connsiteY2" fmla="*/ 1399784 h 1399784"/>
                <a:gd name="connsiteX3" fmla="*/ 0 w 2156565"/>
                <a:gd name="connsiteY3" fmla="*/ 676405 h 1399784"/>
                <a:gd name="connsiteX4" fmla="*/ 2048006 w 2156565"/>
                <a:gd name="connsiteY4" fmla="*/ 0 h 1399784"/>
                <a:gd name="connsiteX0" fmla="*/ 2060532 w 2156565"/>
                <a:gd name="connsiteY0" fmla="*/ 0 h 1399784"/>
                <a:gd name="connsiteX1" fmla="*/ 2156565 w 2156565"/>
                <a:gd name="connsiteY1" fmla="*/ 247389 h 1399784"/>
                <a:gd name="connsiteX2" fmla="*/ 0 w 2156565"/>
                <a:gd name="connsiteY2" fmla="*/ 1399784 h 1399784"/>
                <a:gd name="connsiteX3" fmla="*/ 0 w 2156565"/>
                <a:gd name="connsiteY3" fmla="*/ 676405 h 1399784"/>
                <a:gd name="connsiteX4" fmla="*/ 2060532 w 2156565"/>
                <a:gd name="connsiteY4" fmla="*/ 0 h 139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6565" h="1399784">
                  <a:moveTo>
                    <a:pt x="2060532" y="0"/>
                  </a:moveTo>
                  <a:lnTo>
                    <a:pt x="2156565" y="247389"/>
                  </a:lnTo>
                  <a:lnTo>
                    <a:pt x="0" y="1399784"/>
                  </a:lnTo>
                  <a:lnTo>
                    <a:pt x="0" y="676405"/>
                  </a:lnTo>
                  <a:lnTo>
                    <a:pt x="20605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gray">
          <a:xfrm>
            <a:off x="9339072" y="274639"/>
            <a:ext cx="2243328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gray">
          <a:xfrm>
            <a:off x="609600" y="274639"/>
            <a:ext cx="8534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609600" y="6583680"/>
            <a:ext cx="2844800" cy="228600"/>
          </a:xfrm>
        </p:spPr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>
            <a:off x="3560064" y="6583680"/>
            <a:ext cx="5486400" cy="2286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gray">
          <a:xfrm>
            <a:off x="9351264" y="6583680"/>
            <a:ext cx="609600" cy="228600"/>
          </a:xfrm>
        </p:spPr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626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16" name="Freeform 15"/>
          <p:cNvSpPr/>
          <p:nvPr/>
        </p:nvSpPr>
        <p:spPr bwMode="gray">
          <a:xfrm>
            <a:off x="-1" y="6229431"/>
            <a:ext cx="1822764" cy="209846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7073" h="209846">
                <a:moveTo>
                  <a:pt x="0" y="0"/>
                </a:moveTo>
                <a:lnTo>
                  <a:pt x="1230086" y="21771"/>
                </a:lnTo>
                <a:lnTo>
                  <a:pt x="1367073" y="143886"/>
                </a:lnTo>
                <a:lnTo>
                  <a:pt x="521760" y="146472"/>
                </a:lnTo>
                <a:lnTo>
                  <a:pt x="507856" y="209846"/>
                </a:lnTo>
                <a:lnTo>
                  <a:pt x="1833" y="20833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7" name="Freeform 16"/>
          <p:cNvSpPr/>
          <p:nvPr/>
        </p:nvSpPr>
        <p:spPr bwMode="gray">
          <a:xfrm>
            <a:off x="749" y="6469524"/>
            <a:ext cx="1451972" cy="388477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88979" h="388477">
                <a:moveTo>
                  <a:pt x="310" y="697"/>
                </a:moveTo>
                <a:lnTo>
                  <a:pt x="498339" y="0"/>
                </a:lnTo>
                <a:lnTo>
                  <a:pt x="464654" y="104880"/>
                </a:lnTo>
                <a:lnTo>
                  <a:pt x="1028546" y="104448"/>
                </a:lnTo>
                <a:lnTo>
                  <a:pt x="1088979" y="388477"/>
                </a:lnTo>
                <a:lnTo>
                  <a:pt x="1035" y="386331"/>
                </a:lnTo>
                <a:cubicBezTo>
                  <a:pt x="0" y="256993"/>
                  <a:pt x="1345" y="130035"/>
                  <a:pt x="310" y="69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8" name="Freeform 17"/>
          <p:cNvSpPr/>
          <p:nvPr/>
        </p:nvSpPr>
        <p:spPr bwMode="gray">
          <a:xfrm>
            <a:off x="668880" y="6389202"/>
            <a:ext cx="6048469" cy="160684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36352" h="369387">
                <a:moveTo>
                  <a:pt x="48436" y="0"/>
                </a:moveTo>
                <a:lnTo>
                  <a:pt x="4536352" y="26326"/>
                </a:lnTo>
                <a:lnTo>
                  <a:pt x="4472120" y="299405"/>
                </a:lnTo>
                <a:lnTo>
                  <a:pt x="0" y="369388"/>
                </a:lnTo>
                <a:lnTo>
                  <a:pt x="48436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9" name="Freeform 18"/>
          <p:cNvSpPr/>
          <p:nvPr/>
        </p:nvSpPr>
        <p:spPr bwMode="gray">
          <a:xfrm>
            <a:off x="1411361" y="6550388"/>
            <a:ext cx="9519352" cy="318498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48436 w 4536352"/>
              <a:gd name="connsiteY0" fmla="*/ 0 h 369388"/>
              <a:gd name="connsiteX1" fmla="*/ 4536352 w 4536352"/>
              <a:gd name="connsiteY1" fmla="*/ 26326 h 369388"/>
              <a:gd name="connsiteX2" fmla="*/ 4507345 w 4536352"/>
              <a:gd name="connsiteY2" fmla="*/ 341536 h 369388"/>
              <a:gd name="connsiteX3" fmla="*/ 0 w 4536352"/>
              <a:gd name="connsiteY3" fmla="*/ 369388 h 369388"/>
              <a:gd name="connsiteX4" fmla="*/ 48436 w 4536352"/>
              <a:gd name="connsiteY4" fmla="*/ 0 h 369388"/>
              <a:gd name="connsiteX0" fmla="*/ 0 w 4601879"/>
              <a:gd name="connsiteY0" fmla="*/ 52440 h 343062"/>
              <a:gd name="connsiteX1" fmla="*/ 4601879 w 4601879"/>
              <a:gd name="connsiteY1" fmla="*/ 0 h 343062"/>
              <a:gd name="connsiteX2" fmla="*/ 4572872 w 4601879"/>
              <a:gd name="connsiteY2" fmla="*/ 315210 h 343062"/>
              <a:gd name="connsiteX3" fmla="*/ 65527 w 4601879"/>
              <a:gd name="connsiteY3" fmla="*/ 343062 h 343062"/>
              <a:gd name="connsiteX4" fmla="*/ 0 w 4601879"/>
              <a:gd name="connsiteY4" fmla="*/ 52440 h 343062"/>
              <a:gd name="connsiteX0" fmla="*/ 0 w 4563837"/>
              <a:gd name="connsiteY0" fmla="*/ 22845 h 343062"/>
              <a:gd name="connsiteX1" fmla="*/ 4563837 w 4563837"/>
              <a:gd name="connsiteY1" fmla="*/ 0 h 343062"/>
              <a:gd name="connsiteX2" fmla="*/ 4534830 w 4563837"/>
              <a:gd name="connsiteY2" fmla="*/ 315210 h 343062"/>
              <a:gd name="connsiteX3" fmla="*/ 27485 w 4563837"/>
              <a:gd name="connsiteY3" fmla="*/ 343062 h 343062"/>
              <a:gd name="connsiteX4" fmla="*/ 0 w 4563837"/>
              <a:gd name="connsiteY4" fmla="*/ 22845 h 343062"/>
              <a:gd name="connsiteX0" fmla="*/ 0 w 4563837"/>
              <a:gd name="connsiteY0" fmla="*/ 22845 h 332300"/>
              <a:gd name="connsiteX1" fmla="*/ 4563837 w 4563837"/>
              <a:gd name="connsiteY1" fmla="*/ 0 h 332300"/>
              <a:gd name="connsiteX2" fmla="*/ 4534830 w 4563837"/>
              <a:gd name="connsiteY2" fmla="*/ 315210 h 332300"/>
              <a:gd name="connsiteX3" fmla="*/ 32050 w 4563837"/>
              <a:gd name="connsiteY3" fmla="*/ 332300 h 332300"/>
              <a:gd name="connsiteX4" fmla="*/ 0 w 4563837"/>
              <a:gd name="connsiteY4" fmla="*/ 22845 h 332300"/>
              <a:gd name="connsiteX0" fmla="*/ 0 w 4563837"/>
              <a:gd name="connsiteY0" fmla="*/ 22845 h 332300"/>
              <a:gd name="connsiteX1" fmla="*/ 4563837 w 4563837"/>
              <a:gd name="connsiteY1" fmla="*/ 0 h 332300"/>
              <a:gd name="connsiteX2" fmla="*/ 4512005 w 4563837"/>
              <a:gd name="connsiteY2" fmla="*/ 328662 h 332300"/>
              <a:gd name="connsiteX3" fmla="*/ 32050 w 4563837"/>
              <a:gd name="connsiteY3" fmla="*/ 332300 h 332300"/>
              <a:gd name="connsiteX4" fmla="*/ 0 w 4563837"/>
              <a:gd name="connsiteY4" fmla="*/ 22845 h 332300"/>
              <a:gd name="connsiteX0" fmla="*/ 0 w 4562315"/>
              <a:gd name="connsiteY0" fmla="*/ 30917 h 340372"/>
              <a:gd name="connsiteX1" fmla="*/ 4562315 w 4562315"/>
              <a:gd name="connsiteY1" fmla="*/ 0 h 340372"/>
              <a:gd name="connsiteX2" fmla="*/ 4512005 w 4562315"/>
              <a:gd name="connsiteY2" fmla="*/ 336734 h 340372"/>
              <a:gd name="connsiteX3" fmla="*/ 32050 w 4562315"/>
              <a:gd name="connsiteY3" fmla="*/ 340372 h 340372"/>
              <a:gd name="connsiteX4" fmla="*/ 0 w 4562315"/>
              <a:gd name="connsiteY4" fmla="*/ 30917 h 34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2315" h="340372">
                <a:moveTo>
                  <a:pt x="0" y="30917"/>
                </a:moveTo>
                <a:lnTo>
                  <a:pt x="4562315" y="0"/>
                </a:lnTo>
                <a:lnTo>
                  <a:pt x="4512005" y="336734"/>
                </a:lnTo>
                <a:lnTo>
                  <a:pt x="32050" y="340372"/>
                </a:lnTo>
                <a:lnTo>
                  <a:pt x="0" y="30917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0" name="Freeform 19"/>
          <p:cNvSpPr/>
          <p:nvPr/>
        </p:nvSpPr>
        <p:spPr bwMode="gray">
          <a:xfrm>
            <a:off x="6673851" y="6324681"/>
            <a:ext cx="1569095" cy="200026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142941 w 4630857"/>
              <a:gd name="connsiteY0" fmla="*/ 0 h 353997"/>
              <a:gd name="connsiteX1" fmla="*/ 4630857 w 4630857"/>
              <a:gd name="connsiteY1" fmla="*/ 26326 h 353997"/>
              <a:gd name="connsiteX2" fmla="*/ 4566625 w 4630857"/>
              <a:gd name="connsiteY2" fmla="*/ 299405 h 353997"/>
              <a:gd name="connsiteX3" fmla="*/ 0 w 4630857"/>
              <a:gd name="connsiteY3" fmla="*/ 353997 h 353997"/>
              <a:gd name="connsiteX4" fmla="*/ 142941 w 4630857"/>
              <a:gd name="connsiteY4" fmla="*/ 0 h 353997"/>
              <a:gd name="connsiteX0" fmla="*/ 379208 w 4630857"/>
              <a:gd name="connsiteY0" fmla="*/ 4456 h 327671"/>
              <a:gd name="connsiteX1" fmla="*/ 4630857 w 4630857"/>
              <a:gd name="connsiteY1" fmla="*/ 0 h 327671"/>
              <a:gd name="connsiteX2" fmla="*/ 4566625 w 4630857"/>
              <a:gd name="connsiteY2" fmla="*/ 273079 h 327671"/>
              <a:gd name="connsiteX3" fmla="*/ 0 w 4630857"/>
              <a:gd name="connsiteY3" fmla="*/ 327671 h 327671"/>
              <a:gd name="connsiteX4" fmla="*/ 379208 w 4630857"/>
              <a:gd name="connsiteY4" fmla="*/ 4456 h 327671"/>
              <a:gd name="connsiteX0" fmla="*/ 379208 w 4670581"/>
              <a:gd name="connsiteY0" fmla="*/ 4456 h 327671"/>
              <a:gd name="connsiteX1" fmla="*/ 4630857 w 4670581"/>
              <a:gd name="connsiteY1" fmla="*/ 0 h 327671"/>
              <a:gd name="connsiteX2" fmla="*/ 4670581 w 4670581"/>
              <a:gd name="connsiteY2" fmla="*/ 315405 h 327671"/>
              <a:gd name="connsiteX3" fmla="*/ 0 w 4670581"/>
              <a:gd name="connsiteY3" fmla="*/ 327671 h 327671"/>
              <a:gd name="connsiteX4" fmla="*/ 379208 w 4670581"/>
              <a:gd name="connsiteY4" fmla="*/ 4456 h 327671"/>
              <a:gd name="connsiteX0" fmla="*/ 379208 w 4670581"/>
              <a:gd name="connsiteY0" fmla="*/ -1 h 323214"/>
              <a:gd name="connsiteX1" fmla="*/ 4545802 w 4670581"/>
              <a:gd name="connsiteY1" fmla="*/ 53258 h 323214"/>
              <a:gd name="connsiteX2" fmla="*/ 4670581 w 4670581"/>
              <a:gd name="connsiteY2" fmla="*/ 310948 h 323214"/>
              <a:gd name="connsiteX3" fmla="*/ 0 w 4670581"/>
              <a:gd name="connsiteY3" fmla="*/ 323214 h 323214"/>
              <a:gd name="connsiteX4" fmla="*/ 379208 w 4670581"/>
              <a:gd name="connsiteY4" fmla="*/ -1 h 323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70581" h="323214">
                <a:moveTo>
                  <a:pt x="379208" y="-1"/>
                </a:moveTo>
                <a:lnTo>
                  <a:pt x="4545802" y="53258"/>
                </a:lnTo>
                <a:lnTo>
                  <a:pt x="4670581" y="310948"/>
                </a:lnTo>
                <a:lnTo>
                  <a:pt x="0" y="323214"/>
                </a:lnTo>
                <a:lnTo>
                  <a:pt x="379208" y="-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1" name="Freeform 20"/>
          <p:cNvSpPr/>
          <p:nvPr/>
        </p:nvSpPr>
        <p:spPr bwMode="gray">
          <a:xfrm>
            <a:off x="8224171" y="6353256"/>
            <a:ext cx="3290141" cy="166689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142941 w 4630857"/>
              <a:gd name="connsiteY0" fmla="*/ 0 h 353997"/>
              <a:gd name="connsiteX1" fmla="*/ 4630857 w 4630857"/>
              <a:gd name="connsiteY1" fmla="*/ 26326 h 353997"/>
              <a:gd name="connsiteX2" fmla="*/ 4566625 w 4630857"/>
              <a:gd name="connsiteY2" fmla="*/ 299405 h 353997"/>
              <a:gd name="connsiteX3" fmla="*/ 0 w 4630857"/>
              <a:gd name="connsiteY3" fmla="*/ 353997 h 353997"/>
              <a:gd name="connsiteX4" fmla="*/ 142941 w 4630857"/>
              <a:gd name="connsiteY4" fmla="*/ 0 h 353997"/>
              <a:gd name="connsiteX0" fmla="*/ 379208 w 4630857"/>
              <a:gd name="connsiteY0" fmla="*/ 4456 h 327671"/>
              <a:gd name="connsiteX1" fmla="*/ 4630857 w 4630857"/>
              <a:gd name="connsiteY1" fmla="*/ 0 h 327671"/>
              <a:gd name="connsiteX2" fmla="*/ 4566625 w 4630857"/>
              <a:gd name="connsiteY2" fmla="*/ 273079 h 327671"/>
              <a:gd name="connsiteX3" fmla="*/ 0 w 4630857"/>
              <a:gd name="connsiteY3" fmla="*/ 327671 h 327671"/>
              <a:gd name="connsiteX4" fmla="*/ 379208 w 4630857"/>
              <a:gd name="connsiteY4" fmla="*/ 4456 h 327671"/>
              <a:gd name="connsiteX0" fmla="*/ 379208 w 4670581"/>
              <a:gd name="connsiteY0" fmla="*/ 4456 h 327671"/>
              <a:gd name="connsiteX1" fmla="*/ 4630857 w 4670581"/>
              <a:gd name="connsiteY1" fmla="*/ 0 h 327671"/>
              <a:gd name="connsiteX2" fmla="*/ 4670581 w 4670581"/>
              <a:gd name="connsiteY2" fmla="*/ 315405 h 327671"/>
              <a:gd name="connsiteX3" fmla="*/ 0 w 4670581"/>
              <a:gd name="connsiteY3" fmla="*/ 327671 h 327671"/>
              <a:gd name="connsiteX4" fmla="*/ 379208 w 4670581"/>
              <a:gd name="connsiteY4" fmla="*/ 4456 h 327671"/>
              <a:gd name="connsiteX0" fmla="*/ 379208 w 4670581"/>
              <a:gd name="connsiteY0" fmla="*/ -1 h 323214"/>
              <a:gd name="connsiteX1" fmla="*/ 4545802 w 4670581"/>
              <a:gd name="connsiteY1" fmla="*/ 53258 h 323214"/>
              <a:gd name="connsiteX2" fmla="*/ 4670581 w 4670581"/>
              <a:gd name="connsiteY2" fmla="*/ 310948 h 323214"/>
              <a:gd name="connsiteX3" fmla="*/ 0 w 4670581"/>
              <a:gd name="connsiteY3" fmla="*/ 323214 h 323214"/>
              <a:gd name="connsiteX4" fmla="*/ 379208 w 4670581"/>
              <a:gd name="connsiteY4" fmla="*/ -1 h 323214"/>
              <a:gd name="connsiteX0" fmla="*/ 0 w 4745669"/>
              <a:gd name="connsiteY0" fmla="*/ 4456 h 269955"/>
              <a:gd name="connsiteX1" fmla="*/ 4620890 w 4745669"/>
              <a:gd name="connsiteY1" fmla="*/ -1 h 269955"/>
              <a:gd name="connsiteX2" fmla="*/ 4745669 w 4745669"/>
              <a:gd name="connsiteY2" fmla="*/ 257689 h 269955"/>
              <a:gd name="connsiteX3" fmla="*/ 75088 w 4745669"/>
              <a:gd name="connsiteY3" fmla="*/ 269955 h 269955"/>
              <a:gd name="connsiteX4" fmla="*/ 0 w 4745669"/>
              <a:gd name="connsiteY4" fmla="*/ 4456 h 269955"/>
              <a:gd name="connsiteX0" fmla="*/ 0 w 4745669"/>
              <a:gd name="connsiteY0" fmla="*/ 4458 h 273804"/>
              <a:gd name="connsiteX1" fmla="*/ 4620890 w 4745669"/>
              <a:gd name="connsiteY1" fmla="*/ 1 h 273804"/>
              <a:gd name="connsiteX2" fmla="*/ 4745669 w 4745669"/>
              <a:gd name="connsiteY2" fmla="*/ 257691 h 273804"/>
              <a:gd name="connsiteX3" fmla="*/ 90402 w 4745669"/>
              <a:gd name="connsiteY3" fmla="*/ 273804 h 273804"/>
              <a:gd name="connsiteX4" fmla="*/ 0 w 4745669"/>
              <a:gd name="connsiteY4" fmla="*/ 4458 h 273804"/>
              <a:gd name="connsiteX0" fmla="*/ 0 w 4715043"/>
              <a:gd name="connsiteY0" fmla="*/ 4456 h 273802"/>
              <a:gd name="connsiteX1" fmla="*/ 4620890 w 4715043"/>
              <a:gd name="connsiteY1" fmla="*/ -1 h 273802"/>
              <a:gd name="connsiteX2" fmla="*/ 4715043 w 4715043"/>
              <a:gd name="connsiteY2" fmla="*/ 242298 h 273802"/>
              <a:gd name="connsiteX3" fmla="*/ 90402 w 4715043"/>
              <a:gd name="connsiteY3" fmla="*/ 273802 h 273802"/>
              <a:gd name="connsiteX4" fmla="*/ 0 w 4715043"/>
              <a:gd name="connsiteY4" fmla="*/ 4456 h 273802"/>
              <a:gd name="connsiteX0" fmla="*/ 0 w 5289574"/>
              <a:gd name="connsiteY0" fmla="*/ -1 h 269345"/>
              <a:gd name="connsiteX1" fmla="*/ 5289574 w 5289574"/>
              <a:gd name="connsiteY1" fmla="*/ 22476 h 269345"/>
              <a:gd name="connsiteX2" fmla="*/ 4715043 w 5289574"/>
              <a:gd name="connsiteY2" fmla="*/ 237841 h 269345"/>
              <a:gd name="connsiteX3" fmla="*/ 90402 w 5289574"/>
              <a:gd name="connsiteY3" fmla="*/ 269345 h 269345"/>
              <a:gd name="connsiteX4" fmla="*/ 0 w 5289574"/>
              <a:gd name="connsiteY4" fmla="*/ -1 h 26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9574" h="269345">
                <a:moveTo>
                  <a:pt x="0" y="-1"/>
                </a:moveTo>
                <a:lnTo>
                  <a:pt x="5289574" y="22476"/>
                </a:lnTo>
                <a:lnTo>
                  <a:pt x="4715043" y="237841"/>
                </a:lnTo>
                <a:lnTo>
                  <a:pt x="90402" y="269345"/>
                </a:lnTo>
                <a:lnTo>
                  <a:pt x="0" y="-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2" name="Freeform 21"/>
          <p:cNvSpPr/>
          <p:nvPr/>
        </p:nvSpPr>
        <p:spPr bwMode="gray">
          <a:xfrm>
            <a:off x="11223081" y="6360400"/>
            <a:ext cx="791120" cy="149573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142941 w 4630857"/>
              <a:gd name="connsiteY0" fmla="*/ 0 h 353997"/>
              <a:gd name="connsiteX1" fmla="*/ 4630857 w 4630857"/>
              <a:gd name="connsiteY1" fmla="*/ 26326 h 353997"/>
              <a:gd name="connsiteX2" fmla="*/ 4566625 w 4630857"/>
              <a:gd name="connsiteY2" fmla="*/ 299405 h 353997"/>
              <a:gd name="connsiteX3" fmla="*/ 0 w 4630857"/>
              <a:gd name="connsiteY3" fmla="*/ 353997 h 353997"/>
              <a:gd name="connsiteX4" fmla="*/ 142941 w 4630857"/>
              <a:gd name="connsiteY4" fmla="*/ 0 h 353997"/>
              <a:gd name="connsiteX0" fmla="*/ 379208 w 4630857"/>
              <a:gd name="connsiteY0" fmla="*/ 4456 h 327671"/>
              <a:gd name="connsiteX1" fmla="*/ 4630857 w 4630857"/>
              <a:gd name="connsiteY1" fmla="*/ 0 h 327671"/>
              <a:gd name="connsiteX2" fmla="*/ 4566625 w 4630857"/>
              <a:gd name="connsiteY2" fmla="*/ 273079 h 327671"/>
              <a:gd name="connsiteX3" fmla="*/ 0 w 4630857"/>
              <a:gd name="connsiteY3" fmla="*/ 327671 h 327671"/>
              <a:gd name="connsiteX4" fmla="*/ 379208 w 4630857"/>
              <a:gd name="connsiteY4" fmla="*/ 4456 h 327671"/>
              <a:gd name="connsiteX0" fmla="*/ 379208 w 4670581"/>
              <a:gd name="connsiteY0" fmla="*/ 4456 h 327671"/>
              <a:gd name="connsiteX1" fmla="*/ 4630857 w 4670581"/>
              <a:gd name="connsiteY1" fmla="*/ 0 h 327671"/>
              <a:gd name="connsiteX2" fmla="*/ 4670581 w 4670581"/>
              <a:gd name="connsiteY2" fmla="*/ 315405 h 327671"/>
              <a:gd name="connsiteX3" fmla="*/ 0 w 4670581"/>
              <a:gd name="connsiteY3" fmla="*/ 327671 h 327671"/>
              <a:gd name="connsiteX4" fmla="*/ 379208 w 4670581"/>
              <a:gd name="connsiteY4" fmla="*/ 4456 h 327671"/>
              <a:gd name="connsiteX0" fmla="*/ 379208 w 4670581"/>
              <a:gd name="connsiteY0" fmla="*/ -1 h 323214"/>
              <a:gd name="connsiteX1" fmla="*/ 4545802 w 4670581"/>
              <a:gd name="connsiteY1" fmla="*/ 53258 h 323214"/>
              <a:gd name="connsiteX2" fmla="*/ 4670581 w 4670581"/>
              <a:gd name="connsiteY2" fmla="*/ 310948 h 323214"/>
              <a:gd name="connsiteX3" fmla="*/ 0 w 4670581"/>
              <a:gd name="connsiteY3" fmla="*/ 323214 h 323214"/>
              <a:gd name="connsiteX4" fmla="*/ 379208 w 4670581"/>
              <a:gd name="connsiteY4" fmla="*/ -1 h 323214"/>
              <a:gd name="connsiteX0" fmla="*/ 0 w 4745669"/>
              <a:gd name="connsiteY0" fmla="*/ 4456 h 269955"/>
              <a:gd name="connsiteX1" fmla="*/ 4620890 w 4745669"/>
              <a:gd name="connsiteY1" fmla="*/ -1 h 269955"/>
              <a:gd name="connsiteX2" fmla="*/ 4745669 w 4745669"/>
              <a:gd name="connsiteY2" fmla="*/ 257689 h 269955"/>
              <a:gd name="connsiteX3" fmla="*/ 75088 w 4745669"/>
              <a:gd name="connsiteY3" fmla="*/ 269955 h 269955"/>
              <a:gd name="connsiteX4" fmla="*/ 0 w 4745669"/>
              <a:gd name="connsiteY4" fmla="*/ 4456 h 269955"/>
              <a:gd name="connsiteX0" fmla="*/ 0 w 4745669"/>
              <a:gd name="connsiteY0" fmla="*/ 4458 h 273804"/>
              <a:gd name="connsiteX1" fmla="*/ 4620890 w 4745669"/>
              <a:gd name="connsiteY1" fmla="*/ 1 h 273804"/>
              <a:gd name="connsiteX2" fmla="*/ 4745669 w 4745669"/>
              <a:gd name="connsiteY2" fmla="*/ 257691 h 273804"/>
              <a:gd name="connsiteX3" fmla="*/ 90402 w 4745669"/>
              <a:gd name="connsiteY3" fmla="*/ 273804 h 273804"/>
              <a:gd name="connsiteX4" fmla="*/ 0 w 4745669"/>
              <a:gd name="connsiteY4" fmla="*/ 4458 h 273804"/>
              <a:gd name="connsiteX0" fmla="*/ 0 w 4715043"/>
              <a:gd name="connsiteY0" fmla="*/ 4456 h 273802"/>
              <a:gd name="connsiteX1" fmla="*/ 4620890 w 4715043"/>
              <a:gd name="connsiteY1" fmla="*/ -1 h 273802"/>
              <a:gd name="connsiteX2" fmla="*/ 4715043 w 4715043"/>
              <a:gd name="connsiteY2" fmla="*/ 242298 h 273802"/>
              <a:gd name="connsiteX3" fmla="*/ 90402 w 4715043"/>
              <a:gd name="connsiteY3" fmla="*/ 273802 h 273802"/>
              <a:gd name="connsiteX4" fmla="*/ 0 w 4715043"/>
              <a:gd name="connsiteY4" fmla="*/ 4456 h 273802"/>
              <a:gd name="connsiteX0" fmla="*/ 0 w 5289574"/>
              <a:gd name="connsiteY0" fmla="*/ -1 h 269345"/>
              <a:gd name="connsiteX1" fmla="*/ 5289574 w 5289574"/>
              <a:gd name="connsiteY1" fmla="*/ 22476 h 269345"/>
              <a:gd name="connsiteX2" fmla="*/ 4715043 w 5289574"/>
              <a:gd name="connsiteY2" fmla="*/ 237841 h 269345"/>
              <a:gd name="connsiteX3" fmla="*/ 90402 w 5289574"/>
              <a:gd name="connsiteY3" fmla="*/ 269345 h 269345"/>
              <a:gd name="connsiteX4" fmla="*/ 0 w 5289574"/>
              <a:gd name="connsiteY4" fmla="*/ -1 h 269345"/>
              <a:gd name="connsiteX0" fmla="*/ 0 w 7532923"/>
              <a:gd name="connsiteY0" fmla="*/ 1 h 269347"/>
              <a:gd name="connsiteX1" fmla="*/ 7532923 w 7532923"/>
              <a:gd name="connsiteY1" fmla="*/ 3240 h 269347"/>
              <a:gd name="connsiteX2" fmla="*/ 4715043 w 7532923"/>
              <a:gd name="connsiteY2" fmla="*/ 237843 h 269347"/>
              <a:gd name="connsiteX3" fmla="*/ 90402 w 7532923"/>
              <a:gd name="connsiteY3" fmla="*/ 269347 h 269347"/>
              <a:gd name="connsiteX4" fmla="*/ 0 w 7532923"/>
              <a:gd name="connsiteY4" fmla="*/ 1 h 269347"/>
              <a:gd name="connsiteX0" fmla="*/ 4254606 w 7442522"/>
              <a:gd name="connsiteY0" fmla="*/ 0 h 273193"/>
              <a:gd name="connsiteX1" fmla="*/ 7442522 w 7442522"/>
              <a:gd name="connsiteY1" fmla="*/ 7086 h 273193"/>
              <a:gd name="connsiteX2" fmla="*/ 4624642 w 7442522"/>
              <a:gd name="connsiteY2" fmla="*/ 241689 h 273193"/>
              <a:gd name="connsiteX3" fmla="*/ 1 w 7442522"/>
              <a:gd name="connsiteY3" fmla="*/ 273193 h 273193"/>
              <a:gd name="connsiteX4" fmla="*/ 4254606 w 7442522"/>
              <a:gd name="connsiteY4" fmla="*/ 0 h 273193"/>
              <a:gd name="connsiteX0" fmla="*/ 2696066 w 5883982"/>
              <a:gd name="connsiteY0" fmla="*/ 0 h 241689"/>
              <a:gd name="connsiteX1" fmla="*/ 5883982 w 5883982"/>
              <a:gd name="connsiteY1" fmla="*/ 7086 h 241689"/>
              <a:gd name="connsiteX2" fmla="*/ 3066102 w 5883982"/>
              <a:gd name="connsiteY2" fmla="*/ 241689 h 241689"/>
              <a:gd name="connsiteX3" fmla="*/ 0 w 5883982"/>
              <a:gd name="connsiteY3" fmla="*/ 238564 h 241689"/>
              <a:gd name="connsiteX4" fmla="*/ 2696066 w 5883982"/>
              <a:gd name="connsiteY4" fmla="*/ 0 h 241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83982" h="241689">
                <a:moveTo>
                  <a:pt x="2696066" y="0"/>
                </a:moveTo>
                <a:lnTo>
                  <a:pt x="5883982" y="7086"/>
                </a:lnTo>
                <a:lnTo>
                  <a:pt x="3066102" y="241689"/>
                </a:lnTo>
                <a:lnTo>
                  <a:pt x="0" y="238564"/>
                </a:lnTo>
                <a:lnTo>
                  <a:pt x="269606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3" name="Freeform 22"/>
          <p:cNvSpPr/>
          <p:nvPr/>
        </p:nvSpPr>
        <p:spPr bwMode="gray">
          <a:xfrm>
            <a:off x="10883358" y="6362781"/>
            <a:ext cx="1307596" cy="495219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142941 w 4630857"/>
              <a:gd name="connsiteY0" fmla="*/ 0 h 353997"/>
              <a:gd name="connsiteX1" fmla="*/ 4630857 w 4630857"/>
              <a:gd name="connsiteY1" fmla="*/ 26326 h 353997"/>
              <a:gd name="connsiteX2" fmla="*/ 4566625 w 4630857"/>
              <a:gd name="connsiteY2" fmla="*/ 299405 h 353997"/>
              <a:gd name="connsiteX3" fmla="*/ 0 w 4630857"/>
              <a:gd name="connsiteY3" fmla="*/ 353997 h 353997"/>
              <a:gd name="connsiteX4" fmla="*/ 142941 w 4630857"/>
              <a:gd name="connsiteY4" fmla="*/ 0 h 353997"/>
              <a:gd name="connsiteX0" fmla="*/ 379208 w 4630857"/>
              <a:gd name="connsiteY0" fmla="*/ 4456 h 327671"/>
              <a:gd name="connsiteX1" fmla="*/ 4630857 w 4630857"/>
              <a:gd name="connsiteY1" fmla="*/ 0 h 327671"/>
              <a:gd name="connsiteX2" fmla="*/ 4566625 w 4630857"/>
              <a:gd name="connsiteY2" fmla="*/ 273079 h 327671"/>
              <a:gd name="connsiteX3" fmla="*/ 0 w 4630857"/>
              <a:gd name="connsiteY3" fmla="*/ 327671 h 327671"/>
              <a:gd name="connsiteX4" fmla="*/ 379208 w 4630857"/>
              <a:gd name="connsiteY4" fmla="*/ 4456 h 327671"/>
              <a:gd name="connsiteX0" fmla="*/ 379208 w 4670581"/>
              <a:gd name="connsiteY0" fmla="*/ 4456 h 327671"/>
              <a:gd name="connsiteX1" fmla="*/ 4630857 w 4670581"/>
              <a:gd name="connsiteY1" fmla="*/ 0 h 327671"/>
              <a:gd name="connsiteX2" fmla="*/ 4670581 w 4670581"/>
              <a:gd name="connsiteY2" fmla="*/ 315405 h 327671"/>
              <a:gd name="connsiteX3" fmla="*/ 0 w 4670581"/>
              <a:gd name="connsiteY3" fmla="*/ 327671 h 327671"/>
              <a:gd name="connsiteX4" fmla="*/ 379208 w 4670581"/>
              <a:gd name="connsiteY4" fmla="*/ 4456 h 327671"/>
              <a:gd name="connsiteX0" fmla="*/ 379208 w 4670581"/>
              <a:gd name="connsiteY0" fmla="*/ -1 h 323214"/>
              <a:gd name="connsiteX1" fmla="*/ 4545802 w 4670581"/>
              <a:gd name="connsiteY1" fmla="*/ 53258 h 323214"/>
              <a:gd name="connsiteX2" fmla="*/ 4670581 w 4670581"/>
              <a:gd name="connsiteY2" fmla="*/ 310948 h 323214"/>
              <a:gd name="connsiteX3" fmla="*/ 0 w 4670581"/>
              <a:gd name="connsiteY3" fmla="*/ 323214 h 323214"/>
              <a:gd name="connsiteX4" fmla="*/ 379208 w 4670581"/>
              <a:gd name="connsiteY4" fmla="*/ -1 h 323214"/>
              <a:gd name="connsiteX0" fmla="*/ 0 w 4745669"/>
              <a:gd name="connsiteY0" fmla="*/ 4456 h 269955"/>
              <a:gd name="connsiteX1" fmla="*/ 4620890 w 4745669"/>
              <a:gd name="connsiteY1" fmla="*/ -1 h 269955"/>
              <a:gd name="connsiteX2" fmla="*/ 4745669 w 4745669"/>
              <a:gd name="connsiteY2" fmla="*/ 257689 h 269955"/>
              <a:gd name="connsiteX3" fmla="*/ 75088 w 4745669"/>
              <a:gd name="connsiteY3" fmla="*/ 269955 h 269955"/>
              <a:gd name="connsiteX4" fmla="*/ 0 w 4745669"/>
              <a:gd name="connsiteY4" fmla="*/ 4456 h 269955"/>
              <a:gd name="connsiteX0" fmla="*/ 0 w 4745669"/>
              <a:gd name="connsiteY0" fmla="*/ 4458 h 273804"/>
              <a:gd name="connsiteX1" fmla="*/ 4620890 w 4745669"/>
              <a:gd name="connsiteY1" fmla="*/ 1 h 273804"/>
              <a:gd name="connsiteX2" fmla="*/ 4745669 w 4745669"/>
              <a:gd name="connsiteY2" fmla="*/ 257691 h 273804"/>
              <a:gd name="connsiteX3" fmla="*/ 90402 w 4745669"/>
              <a:gd name="connsiteY3" fmla="*/ 273804 h 273804"/>
              <a:gd name="connsiteX4" fmla="*/ 0 w 4745669"/>
              <a:gd name="connsiteY4" fmla="*/ 4458 h 273804"/>
              <a:gd name="connsiteX0" fmla="*/ 0 w 4715043"/>
              <a:gd name="connsiteY0" fmla="*/ 4456 h 273802"/>
              <a:gd name="connsiteX1" fmla="*/ 4620890 w 4715043"/>
              <a:gd name="connsiteY1" fmla="*/ -1 h 273802"/>
              <a:gd name="connsiteX2" fmla="*/ 4715043 w 4715043"/>
              <a:gd name="connsiteY2" fmla="*/ 242298 h 273802"/>
              <a:gd name="connsiteX3" fmla="*/ 90402 w 4715043"/>
              <a:gd name="connsiteY3" fmla="*/ 273802 h 273802"/>
              <a:gd name="connsiteX4" fmla="*/ 0 w 4715043"/>
              <a:gd name="connsiteY4" fmla="*/ 4456 h 273802"/>
              <a:gd name="connsiteX0" fmla="*/ 0 w 5289574"/>
              <a:gd name="connsiteY0" fmla="*/ -1 h 269345"/>
              <a:gd name="connsiteX1" fmla="*/ 5289574 w 5289574"/>
              <a:gd name="connsiteY1" fmla="*/ 22476 h 269345"/>
              <a:gd name="connsiteX2" fmla="*/ 4715043 w 5289574"/>
              <a:gd name="connsiteY2" fmla="*/ 237841 h 269345"/>
              <a:gd name="connsiteX3" fmla="*/ 90402 w 5289574"/>
              <a:gd name="connsiteY3" fmla="*/ 269345 h 269345"/>
              <a:gd name="connsiteX4" fmla="*/ 0 w 5289574"/>
              <a:gd name="connsiteY4" fmla="*/ -1 h 269345"/>
              <a:gd name="connsiteX0" fmla="*/ 0 w 7532923"/>
              <a:gd name="connsiteY0" fmla="*/ 1 h 269347"/>
              <a:gd name="connsiteX1" fmla="*/ 7532923 w 7532923"/>
              <a:gd name="connsiteY1" fmla="*/ 3240 h 269347"/>
              <a:gd name="connsiteX2" fmla="*/ 4715043 w 7532923"/>
              <a:gd name="connsiteY2" fmla="*/ 237843 h 269347"/>
              <a:gd name="connsiteX3" fmla="*/ 90402 w 7532923"/>
              <a:gd name="connsiteY3" fmla="*/ 269347 h 269347"/>
              <a:gd name="connsiteX4" fmla="*/ 0 w 7532923"/>
              <a:gd name="connsiteY4" fmla="*/ 1 h 269347"/>
              <a:gd name="connsiteX0" fmla="*/ 4254606 w 7442522"/>
              <a:gd name="connsiteY0" fmla="*/ 0 h 273193"/>
              <a:gd name="connsiteX1" fmla="*/ 7442522 w 7442522"/>
              <a:gd name="connsiteY1" fmla="*/ 7086 h 273193"/>
              <a:gd name="connsiteX2" fmla="*/ 4624642 w 7442522"/>
              <a:gd name="connsiteY2" fmla="*/ 241689 h 273193"/>
              <a:gd name="connsiteX3" fmla="*/ 1 w 7442522"/>
              <a:gd name="connsiteY3" fmla="*/ 273193 h 273193"/>
              <a:gd name="connsiteX4" fmla="*/ 4254606 w 7442522"/>
              <a:gd name="connsiteY4" fmla="*/ 0 h 273193"/>
              <a:gd name="connsiteX0" fmla="*/ 2696066 w 5883982"/>
              <a:gd name="connsiteY0" fmla="*/ 0 h 241689"/>
              <a:gd name="connsiteX1" fmla="*/ 5883982 w 5883982"/>
              <a:gd name="connsiteY1" fmla="*/ 7086 h 241689"/>
              <a:gd name="connsiteX2" fmla="*/ 3066102 w 5883982"/>
              <a:gd name="connsiteY2" fmla="*/ 241689 h 241689"/>
              <a:gd name="connsiteX3" fmla="*/ 0 w 5883982"/>
              <a:gd name="connsiteY3" fmla="*/ 238564 h 241689"/>
              <a:gd name="connsiteX4" fmla="*/ 2696066 w 5883982"/>
              <a:gd name="connsiteY4" fmla="*/ 0 h 241689"/>
              <a:gd name="connsiteX0" fmla="*/ 783321 w 5883982"/>
              <a:gd name="connsiteY0" fmla="*/ 0 h 238076"/>
              <a:gd name="connsiteX1" fmla="*/ 5883982 w 5883982"/>
              <a:gd name="connsiteY1" fmla="*/ 3473 h 238076"/>
              <a:gd name="connsiteX2" fmla="*/ 3066102 w 5883982"/>
              <a:gd name="connsiteY2" fmla="*/ 238076 h 238076"/>
              <a:gd name="connsiteX3" fmla="*/ 0 w 5883982"/>
              <a:gd name="connsiteY3" fmla="*/ 234951 h 238076"/>
              <a:gd name="connsiteX4" fmla="*/ 783321 w 5883982"/>
              <a:gd name="connsiteY4" fmla="*/ 0 h 238076"/>
              <a:gd name="connsiteX0" fmla="*/ 736088 w 5836749"/>
              <a:gd name="connsiteY0" fmla="*/ 0 h 238076"/>
              <a:gd name="connsiteX1" fmla="*/ 5836749 w 5836749"/>
              <a:gd name="connsiteY1" fmla="*/ 3473 h 238076"/>
              <a:gd name="connsiteX2" fmla="*/ 3018869 w 5836749"/>
              <a:gd name="connsiteY2" fmla="*/ 238076 h 238076"/>
              <a:gd name="connsiteX3" fmla="*/ 0 w 5836749"/>
              <a:gd name="connsiteY3" fmla="*/ 234951 h 238076"/>
              <a:gd name="connsiteX4" fmla="*/ 736088 w 5836749"/>
              <a:gd name="connsiteY4" fmla="*/ 0 h 238076"/>
              <a:gd name="connsiteX0" fmla="*/ 736088 w 9725290"/>
              <a:gd name="connsiteY0" fmla="*/ 0 h 234951"/>
              <a:gd name="connsiteX1" fmla="*/ 5836749 w 9725290"/>
              <a:gd name="connsiteY1" fmla="*/ 3473 h 234951"/>
              <a:gd name="connsiteX2" fmla="*/ 9725290 w 9725290"/>
              <a:gd name="connsiteY2" fmla="*/ 234464 h 234951"/>
              <a:gd name="connsiteX3" fmla="*/ 0 w 9725290"/>
              <a:gd name="connsiteY3" fmla="*/ 234951 h 234951"/>
              <a:gd name="connsiteX4" fmla="*/ 736088 w 9725290"/>
              <a:gd name="connsiteY4" fmla="*/ 0 h 234951"/>
              <a:gd name="connsiteX0" fmla="*/ 736088 w 9725290"/>
              <a:gd name="connsiteY0" fmla="*/ 0 h 234951"/>
              <a:gd name="connsiteX1" fmla="*/ 5836749 w 9725290"/>
              <a:gd name="connsiteY1" fmla="*/ 3473 h 234951"/>
              <a:gd name="connsiteX2" fmla="*/ 7111899 w 9725290"/>
              <a:gd name="connsiteY2" fmla="*/ 75858 h 234951"/>
              <a:gd name="connsiteX3" fmla="*/ 9725290 w 9725290"/>
              <a:gd name="connsiteY3" fmla="*/ 234464 h 234951"/>
              <a:gd name="connsiteX4" fmla="*/ 0 w 9725290"/>
              <a:gd name="connsiteY4" fmla="*/ 234951 h 234951"/>
              <a:gd name="connsiteX5" fmla="*/ 736088 w 9725290"/>
              <a:gd name="connsiteY5" fmla="*/ 0 h 234951"/>
              <a:gd name="connsiteX0" fmla="*/ 736088 w 9725290"/>
              <a:gd name="connsiteY0" fmla="*/ 133658 h 368609"/>
              <a:gd name="connsiteX1" fmla="*/ 5836749 w 9725290"/>
              <a:gd name="connsiteY1" fmla="*/ 137131 h 368609"/>
              <a:gd name="connsiteX2" fmla="*/ 9709463 w 9725290"/>
              <a:gd name="connsiteY2" fmla="*/ 0 h 368609"/>
              <a:gd name="connsiteX3" fmla="*/ 9725290 w 9725290"/>
              <a:gd name="connsiteY3" fmla="*/ 368122 h 368609"/>
              <a:gd name="connsiteX4" fmla="*/ 0 w 9725290"/>
              <a:gd name="connsiteY4" fmla="*/ 368609 h 368609"/>
              <a:gd name="connsiteX5" fmla="*/ 736088 w 9725290"/>
              <a:gd name="connsiteY5" fmla="*/ 133658 h 368609"/>
              <a:gd name="connsiteX0" fmla="*/ 736088 w 9725290"/>
              <a:gd name="connsiteY0" fmla="*/ 133658 h 368609"/>
              <a:gd name="connsiteX1" fmla="*/ 5836749 w 9725290"/>
              <a:gd name="connsiteY1" fmla="*/ 137131 h 368609"/>
              <a:gd name="connsiteX2" fmla="*/ 7843941 w 9725290"/>
              <a:gd name="connsiteY2" fmla="*/ 63216 h 368609"/>
              <a:gd name="connsiteX3" fmla="*/ 9709463 w 9725290"/>
              <a:gd name="connsiteY3" fmla="*/ 0 h 368609"/>
              <a:gd name="connsiteX4" fmla="*/ 9725290 w 9725290"/>
              <a:gd name="connsiteY4" fmla="*/ 368122 h 368609"/>
              <a:gd name="connsiteX5" fmla="*/ 0 w 9725290"/>
              <a:gd name="connsiteY5" fmla="*/ 368609 h 368609"/>
              <a:gd name="connsiteX6" fmla="*/ 736088 w 9725290"/>
              <a:gd name="connsiteY6" fmla="*/ 133658 h 368609"/>
              <a:gd name="connsiteX0" fmla="*/ 736088 w 9725290"/>
              <a:gd name="connsiteY0" fmla="*/ 133658 h 368609"/>
              <a:gd name="connsiteX1" fmla="*/ 5836749 w 9725290"/>
              <a:gd name="connsiteY1" fmla="*/ 137131 h 368609"/>
              <a:gd name="connsiteX2" fmla="*/ 9071878 w 9725290"/>
              <a:gd name="connsiteY2" fmla="*/ 1807 h 368609"/>
              <a:gd name="connsiteX3" fmla="*/ 9709463 w 9725290"/>
              <a:gd name="connsiteY3" fmla="*/ 0 h 368609"/>
              <a:gd name="connsiteX4" fmla="*/ 9725290 w 9725290"/>
              <a:gd name="connsiteY4" fmla="*/ 368122 h 368609"/>
              <a:gd name="connsiteX5" fmla="*/ 0 w 9725290"/>
              <a:gd name="connsiteY5" fmla="*/ 368609 h 368609"/>
              <a:gd name="connsiteX6" fmla="*/ 736088 w 9725290"/>
              <a:gd name="connsiteY6" fmla="*/ 133658 h 368609"/>
              <a:gd name="connsiteX0" fmla="*/ 736088 w 9725290"/>
              <a:gd name="connsiteY0" fmla="*/ 133658 h 368609"/>
              <a:gd name="connsiteX1" fmla="*/ 5718680 w 9725290"/>
              <a:gd name="connsiteY1" fmla="*/ 135325 h 368609"/>
              <a:gd name="connsiteX2" fmla="*/ 9071878 w 9725290"/>
              <a:gd name="connsiteY2" fmla="*/ 1807 h 368609"/>
              <a:gd name="connsiteX3" fmla="*/ 9709463 w 9725290"/>
              <a:gd name="connsiteY3" fmla="*/ 0 h 368609"/>
              <a:gd name="connsiteX4" fmla="*/ 9725290 w 9725290"/>
              <a:gd name="connsiteY4" fmla="*/ 368122 h 368609"/>
              <a:gd name="connsiteX5" fmla="*/ 0 w 9725290"/>
              <a:gd name="connsiteY5" fmla="*/ 368609 h 368609"/>
              <a:gd name="connsiteX6" fmla="*/ 736088 w 9725290"/>
              <a:gd name="connsiteY6" fmla="*/ 133658 h 368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25290" h="368609">
                <a:moveTo>
                  <a:pt x="736088" y="133658"/>
                </a:moveTo>
                <a:lnTo>
                  <a:pt x="5718680" y="135325"/>
                </a:lnTo>
                <a:lnTo>
                  <a:pt x="9071878" y="1807"/>
                </a:lnTo>
                <a:lnTo>
                  <a:pt x="9709463" y="0"/>
                </a:lnTo>
                <a:lnTo>
                  <a:pt x="9725290" y="368122"/>
                </a:lnTo>
                <a:lnTo>
                  <a:pt x="0" y="368609"/>
                </a:lnTo>
                <a:lnTo>
                  <a:pt x="736088" y="13365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97536" y="6583680"/>
            <a:ext cx="284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3560064" y="6583680"/>
            <a:ext cx="6705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11070336" y="6583680"/>
            <a:ext cx="609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84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Clr>
          <a:schemeClr val="tx2"/>
        </a:buClr>
        <a:buSzPct val="90000"/>
        <a:buFont typeface="Wingdings 3" pitchFamily="18" charset="2"/>
        <a:buChar char="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Clr>
          <a:schemeClr val="accent2"/>
        </a:buClr>
        <a:buSzPct val="90000"/>
        <a:buFont typeface="Wingdings 3" pitchFamily="18" charset="2"/>
        <a:buChar char="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Clr>
          <a:schemeClr val="accent3"/>
        </a:buClr>
        <a:buSzPct val="90000"/>
        <a:buFont typeface="Wingdings 3" pitchFamily="18" charset="2"/>
        <a:buChar char="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Clr>
          <a:schemeClr val="accent4"/>
        </a:buClr>
        <a:buSzPct val="90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Clr>
          <a:schemeClr val="accent5"/>
        </a:buClr>
        <a:buSzPct val="90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4C6F726-890C-4237-86AF-8F370EE57126}"/>
              </a:ext>
            </a:extLst>
          </p:cNvPr>
          <p:cNvSpPr/>
          <p:nvPr/>
        </p:nvSpPr>
        <p:spPr>
          <a:xfrm>
            <a:off x="105333" y="1378025"/>
            <a:ext cx="11981329" cy="18312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생성형 </a:t>
            </a:r>
            <a:r>
              <a:rPr lang="en-US" altLang="ko-KR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AI 1</a:t>
            </a:r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차 프로젝트</a:t>
            </a:r>
            <a:endParaRPr lang="en-US" altLang="ko-KR" sz="30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서울시 </a:t>
            </a:r>
            <a:r>
              <a:rPr lang="en-US" altLang="ko-KR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AI </a:t>
            </a:r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 보건 분석 시스템</a:t>
            </a:r>
            <a:endParaRPr lang="en-US" altLang="ko-KR" sz="30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0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화면 설계서 </a:t>
            </a:r>
            <a:endParaRPr lang="en-US" altLang="ko-KR" sz="3000" b="1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846CA-ECBE-41A0-BFEC-548E758D6B7C}"/>
              </a:ext>
            </a:extLst>
          </p:cNvPr>
          <p:cNvSpPr txBox="1"/>
          <p:nvPr/>
        </p:nvSpPr>
        <p:spPr>
          <a:xfrm>
            <a:off x="5069539" y="4450975"/>
            <a:ext cx="2052918" cy="1029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2026.03.20</a:t>
            </a:r>
          </a:p>
          <a:p>
            <a:pPr algn="ctr">
              <a:lnSpc>
                <a:spcPct val="150000"/>
              </a:lnSpc>
            </a:pP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조 박영훈</a:t>
            </a:r>
          </a:p>
        </p:txBody>
      </p:sp>
    </p:spTree>
    <p:extLst>
      <p:ext uri="{BB962C8B-B14F-4D97-AF65-F5344CB8AC3E}">
        <p14:creationId xmlns:p14="http://schemas.microsoft.com/office/powerpoint/2010/main" val="1945484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34ADD5C-147C-408A-ADAA-D8D78BB5E8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932490"/>
            <a:ext cx="9036424" cy="5303609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279606B-A499-4E13-A14F-E721B6C46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3166523"/>
              </p:ext>
            </p:extLst>
          </p:nvPr>
        </p:nvGraphicFramePr>
        <p:xfrm>
          <a:off x="107576" y="91440"/>
          <a:ext cx="9036424" cy="67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660">
                  <a:extLst>
                    <a:ext uri="{9D8B030D-6E8A-4147-A177-3AD203B41FA5}">
                      <a16:colId xmlns:a16="http://schemas.microsoft.com/office/drawing/2014/main" val="3553305682"/>
                    </a:ext>
                  </a:extLst>
                </a:gridCol>
                <a:gridCol w="1423059">
                  <a:extLst>
                    <a:ext uri="{9D8B030D-6E8A-4147-A177-3AD203B41FA5}">
                      <a16:colId xmlns:a16="http://schemas.microsoft.com/office/drawing/2014/main" val="416141561"/>
                    </a:ext>
                  </a:extLst>
                </a:gridCol>
                <a:gridCol w="1280753">
                  <a:extLst>
                    <a:ext uri="{9D8B030D-6E8A-4147-A177-3AD203B41FA5}">
                      <a16:colId xmlns:a16="http://schemas.microsoft.com/office/drawing/2014/main" val="4096563722"/>
                    </a:ext>
                  </a:extLst>
                </a:gridCol>
                <a:gridCol w="1761036">
                  <a:extLst>
                    <a:ext uri="{9D8B030D-6E8A-4147-A177-3AD203B41FA5}">
                      <a16:colId xmlns:a16="http://schemas.microsoft.com/office/drawing/2014/main" val="1006679857"/>
                    </a:ext>
                  </a:extLst>
                </a:gridCol>
                <a:gridCol w="889411">
                  <a:extLst>
                    <a:ext uri="{9D8B030D-6E8A-4147-A177-3AD203B41FA5}">
                      <a16:colId xmlns:a16="http://schemas.microsoft.com/office/drawing/2014/main" val="3268318058"/>
                    </a:ext>
                  </a:extLst>
                </a:gridCol>
                <a:gridCol w="800471">
                  <a:extLst>
                    <a:ext uri="{9D8B030D-6E8A-4147-A177-3AD203B41FA5}">
                      <a16:colId xmlns:a16="http://schemas.microsoft.com/office/drawing/2014/main" val="2750479190"/>
                    </a:ext>
                  </a:extLst>
                </a:gridCol>
                <a:gridCol w="578118">
                  <a:extLst>
                    <a:ext uri="{9D8B030D-6E8A-4147-A177-3AD203B41FA5}">
                      <a16:colId xmlns:a16="http://schemas.microsoft.com/office/drawing/2014/main" val="3989167654"/>
                    </a:ext>
                  </a:extLst>
                </a:gridCol>
                <a:gridCol w="1182916">
                  <a:extLst>
                    <a:ext uri="{9D8B030D-6E8A-4147-A177-3AD203B41FA5}">
                      <a16:colId xmlns:a16="http://schemas.microsoft.com/office/drawing/2014/main" val="273666395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Page Title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서울 지도 대시보드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ID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SCR-MAP-001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Author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박영훈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2026.03.20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47649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Path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대시보드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13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E4E56BE1-8A37-4A17-8E3F-71C18A9D0BFE}"/>
              </a:ext>
            </a:extLst>
          </p:cNvPr>
          <p:cNvSpPr/>
          <p:nvPr/>
        </p:nvSpPr>
        <p:spPr>
          <a:xfrm>
            <a:off x="457199" y="1331257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2C0806F-876A-447F-9A62-4B085ABB11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4878870"/>
              </p:ext>
            </p:extLst>
          </p:nvPr>
        </p:nvGraphicFramePr>
        <p:xfrm>
          <a:off x="9403977" y="91440"/>
          <a:ext cx="2666233" cy="4732855"/>
        </p:xfrm>
        <a:graphic>
          <a:graphicData uri="http://schemas.openxmlformats.org/drawingml/2006/table">
            <a:tbl>
              <a:tblPr/>
              <a:tblGrid>
                <a:gridCol w="305117">
                  <a:extLst>
                    <a:ext uri="{9D8B030D-6E8A-4147-A177-3AD203B41FA5}">
                      <a16:colId xmlns:a16="http://schemas.microsoft.com/office/drawing/2014/main" val="3732387232"/>
                    </a:ext>
                  </a:extLst>
                </a:gridCol>
                <a:gridCol w="2361116">
                  <a:extLst>
                    <a:ext uri="{9D8B030D-6E8A-4147-A177-3AD203B41FA5}">
                      <a16:colId xmlns:a16="http://schemas.microsoft.com/office/drawing/2014/main" val="3230558703"/>
                    </a:ext>
                  </a:extLst>
                </a:gridCol>
              </a:tblGrid>
              <a:tr h="36446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Description</a:t>
                      </a:r>
                      <a:endParaRPr lang="ko-KR" altLang="en-US" sz="14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145612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1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로고 클릭 시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65799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분석 지표 클릭 시 지도에 나타나는 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색상 즉시 변경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9904634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3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선택한 지역의 최근 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3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일 오염흐름을 그래프로 표현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708204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4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로그인 기능 제공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.  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 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및</a:t>
                      </a:r>
                      <a:b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</a:b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아이디 찾기 선택 시 링크이동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0449422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5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실시간 서울 기온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,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 습도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, 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평균 위험도 정보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2273838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6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지역 선택 시 해당구역 강조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⑦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,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⑧에 정보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3122751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7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해당 지역 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AI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모델 분석 내용 제공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269650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8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해당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 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지역 주요 병원 정보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3818714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9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로그인 시 회원정보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, 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관심지역 표시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로그아웃 클릭 시 ④로 전환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9927241"/>
                  </a:ext>
                </a:extLst>
              </a:tr>
            </a:tbl>
          </a:graphicData>
        </a:graphic>
      </p:graphicFrame>
      <p:sp>
        <p:nvSpPr>
          <p:cNvPr id="19" name="타원 18">
            <a:extLst>
              <a:ext uri="{FF2B5EF4-FFF2-40B4-BE49-F238E27FC236}">
                <a16:creationId xmlns:a16="http://schemas.microsoft.com/office/drawing/2014/main" id="{1A629FAB-465D-4792-99A0-10297006704F}"/>
              </a:ext>
            </a:extLst>
          </p:cNvPr>
          <p:cNvSpPr/>
          <p:nvPr/>
        </p:nvSpPr>
        <p:spPr>
          <a:xfrm>
            <a:off x="887507" y="758860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491C49C-30E9-4113-9400-4CEAAFCAFC33}"/>
              </a:ext>
            </a:extLst>
          </p:cNvPr>
          <p:cNvSpPr/>
          <p:nvPr/>
        </p:nvSpPr>
        <p:spPr>
          <a:xfrm>
            <a:off x="999565" y="2720786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7612F40-DA89-4A7A-8D12-11A81AC1AE45}"/>
              </a:ext>
            </a:extLst>
          </p:cNvPr>
          <p:cNvSpPr/>
          <p:nvPr/>
        </p:nvSpPr>
        <p:spPr>
          <a:xfrm>
            <a:off x="569256" y="4737845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14AEC609-8297-44DD-9FA0-48C0E67B8D4B}"/>
              </a:ext>
            </a:extLst>
          </p:cNvPr>
          <p:cNvSpPr/>
          <p:nvPr/>
        </p:nvSpPr>
        <p:spPr>
          <a:xfrm>
            <a:off x="1743633" y="1331256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94C73D4-1062-40AE-943D-BC74B4D008DC}"/>
              </a:ext>
            </a:extLst>
          </p:cNvPr>
          <p:cNvSpPr/>
          <p:nvPr/>
        </p:nvSpPr>
        <p:spPr>
          <a:xfrm>
            <a:off x="1846723" y="1989999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AF114B59-1600-427D-979E-4585C8D9E46D}"/>
              </a:ext>
            </a:extLst>
          </p:cNvPr>
          <p:cNvSpPr/>
          <p:nvPr/>
        </p:nvSpPr>
        <p:spPr>
          <a:xfrm>
            <a:off x="7091076" y="1201267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E18A2C3B-381F-4129-8708-DAD2F7284B6F}"/>
              </a:ext>
            </a:extLst>
          </p:cNvPr>
          <p:cNvSpPr/>
          <p:nvPr/>
        </p:nvSpPr>
        <p:spPr>
          <a:xfrm>
            <a:off x="7203134" y="4150655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C7E40279-A43C-4404-BF4A-28B083CE4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670" y="4303057"/>
            <a:ext cx="1734673" cy="1398010"/>
          </a:xfrm>
          <a:prstGeom prst="rect">
            <a:avLst/>
          </a:prstGeom>
        </p:spPr>
      </p:pic>
      <p:sp>
        <p:nvSpPr>
          <p:cNvPr id="35" name="화살표: 굽음 34">
            <a:extLst>
              <a:ext uri="{FF2B5EF4-FFF2-40B4-BE49-F238E27FC236}">
                <a16:creationId xmlns:a16="http://schemas.microsoft.com/office/drawing/2014/main" id="{1C2DCD3B-52BE-4EE3-9C7F-7215B3C50848}"/>
              </a:ext>
            </a:extLst>
          </p:cNvPr>
          <p:cNvSpPr/>
          <p:nvPr/>
        </p:nvSpPr>
        <p:spPr>
          <a:xfrm>
            <a:off x="1249423" y="4556309"/>
            <a:ext cx="324981" cy="363071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B62F7F3-5A34-436D-965D-A2EB4E4C0238}"/>
              </a:ext>
            </a:extLst>
          </p:cNvPr>
          <p:cNvSpPr/>
          <p:nvPr/>
        </p:nvSpPr>
        <p:spPr>
          <a:xfrm>
            <a:off x="3124190" y="5271165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5172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2C0806F-876A-447F-9A62-4B085ABB11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5104562"/>
              </p:ext>
            </p:extLst>
          </p:nvPr>
        </p:nvGraphicFramePr>
        <p:xfrm>
          <a:off x="9403977" y="91440"/>
          <a:ext cx="2666233" cy="2791347"/>
        </p:xfrm>
        <a:graphic>
          <a:graphicData uri="http://schemas.openxmlformats.org/drawingml/2006/table">
            <a:tbl>
              <a:tblPr/>
              <a:tblGrid>
                <a:gridCol w="305117">
                  <a:extLst>
                    <a:ext uri="{9D8B030D-6E8A-4147-A177-3AD203B41FA5}">
                      <a16:colId xmlns:a16="http://schemas.microsoft.com/office/drawing/2014/main" val="3732387232"/>
                    </a:ext>
                  </a:extLst>
                </a:gridCol>
                <a:gridCol w="2361116">
                  <a:extLst>
                    <a:ext uri="{9D8B030D-6E8A-4147-A177-3AD203B41FA5}">
                      <a16:colId xmlns:a16="http://schemas.microsoft.com/office/drawing/2014/main" val="3230558703"/>
                    </a:ext>
                  </a:extLst>
                </a:gridCol>
              </a:tblGrid>
              <a:tr h="36446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Description</a:t>
                      </a:r>
                      <a:endParaRPr lang="ko-KR" altLang="en-US" sz="14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145612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1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로고 클릭 시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65799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회원정보를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0358592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3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이메일 인증요청 클릭 시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하단에 입력란 활성화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9904634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4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유저의 관심 지역을 설정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708204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5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유효성 검사 일치 시 회원가입 완료 창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(SCR-MEM-002)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0449422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0102E35-5C0C-442A-87DF-7FD182941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91" y="1076142"/>
            <a:ext cx="3267531" cy="495369"/>
          </a:xfrm>
          <a:prstGeom prst="rect">
            <a:avLst/>
          </a:prstGeom>
        </p:spPr>
      </p:pic>
      <p:sp>
        <p:nvSpPr>
          <p:cNvPr id="19" name="타원 18">
            <a:extLst>
              <a:ext uri="{FF2B5EF4-FFF2-40B4-BE49-F238E27FC236}">
                <a16:creationId xmlns:a16="http://schemas.microsoft.com/office/drawing/2014/main" id="{1A629FAB-465D-4792-99A0-10297006704F}"/>
              </a:ext>
            </a:extLst>
          </p:cNvPr>
          <p:cNvSpPr/>
          <p:nvPr/>
        </p:nvSpPr>
        <p:spPr>
          <a:xfrm>
            <a:off x="358589" y="946153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9AB88DA-21EC-4CC9-A5D3-B9DDD91BC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5466" y="1571511"/>
            <a:ext cx="3012357" cy="4779939"/>
          </a:xfrm>
          <a:prstGeom prst="rect">
            <a:avLst/>
          </a:prstGeom>
        </p:spPr>
      </p:pic>
      <p:sp>
        <p:nvSpPr>
          <p:cNvPr id="24" name="타원 23">
            <a:extLst>
              <a:ext uri="{FF2B5EF4-FFF2-40B4-BE49-F238E27FC236}">
                <a16:creationId xmlns:a16="http://schemas.microsoft.com/office/drawing/2014/main" id="{ED339695-D6F4-4A00-A591-463CBC694F42}"/>
              </a:ext>
            </a:extLst>
          </p:cNvPr>
          <p:cNvSpPr/>
          <p:nvPr/>
        </p:nvSpPr>
        <p:spPr>
          <a:xfrm>
            <a:off x="5732929" y="2676342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F1B4C69F-02A7-4071-9BD6-AE9FC7953816}"/>
              </a:ext>
            </a:extLst>
          </p:cNvPr>
          <p:cNvSpPr/>
          <p:nvPr/>
        </p:nvSpPr>
        <p:spPr>
          <a:xfrm>
            <a:off x="5844988" y="5026512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3782BE66-A7D4-4301-BDBE-2A0CDEA215BA}"/>
              </a:ext>
            </a:extLst>
          </p:cNvPr>
          <p:cNvSpPr/>
          <p:nvPr/>
        </p:nvSpPr>
        <p:spPr>
          <a:xfrm>
            <a:off x="5360894" y="5815406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4CA4980-2281-4D59-9885-33AFA365F347}"/>
              </a:ext>
            </a:extLst>
          </p:cNvPr>
          <p:cNvSpPr/>
          <p:nvPr/>
        </p:nvSpPr>
        <p:spPr>
          <a:xfrm>
            <a:off x="3389322" y="1766561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222FB6B6-0ABB-4416-8C78-3C51DD239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408288"/>
              </p:ext>
            </p:extLst>
          </p:nvPr>
        </p:nvGraphicFramePr>
        <p:xfrm>
          <a:off x="107576" y="91440"/>
          <a:ext cx="9036424" cy="67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660">
                  <a:extLst>
                    <a:ext uri="{9D8B030D-6E8A-4147-A177-3AD203B41FA5}">
                      <a16:colId xmlns:a16="http://schemas.microsoft.com/office/drawing/2014/main" val="3553305682"/>
                    </a:ext>
                  </a:extLst>
                </a:gridCol>
                <a:gridCol w="1423059">
                  <a:extLst>
                    <a:ext uri="{9D8B030D-6E8A-4147-A177-3AD203B41FA5}">
                      <a16:colId xmlns:a16="http://schemas.microsoft.com/office/drawing/2014/main" val="416141561"/>
                    </a:ext>
                  </a:extLst>
                </a:gridCol>
                <a:gridCol w="1280753">
                  <a:extLst>
                    <a:ext uri="{9D8B030D-6E8A-4147-A177-3AD203B41FA5}">
                      <a16:colId xmlns:a16="http://schemas.microsoft.com/office/drawing/2014/main" val="4096563722"/>
                    </a:ext>
                  </a:extLst>
                </a:gridCol>
                <a:gridCol w="1761036">
                  <a:extLst>
                    <a:ext uri="{9D8B030D-6E8A-4147-A177-3AD203B41FA5}">
                      <a16:colId xmlns:a16="http://schemas.microsoft.com/office/drawing/2014/main" val="1006679857"/>
                    </a:ext>
                  </a:extLst>
                </a:gridCol>
                <a:gridCol w="889411">
                  <a:extLst>
                    <a:ext uri="{9D8B030D-6E8A-4147-A177-3AD203B41FA5}">
                      <a16:colId xmlns:a16="http://schemas.microsoft.com/office/drawing/2014/main" val="3268318058"/>
                    </a:ext>
                  </a:extLst>
                </a:gridCol>
                <a:gridCol w="800471">
                  <a:extLst>
                    <a:ext uri="{9D8B030D-6E8A-4147-A177-3AD203B41FA5}">
                      <a16:colId xmlns:a16="http://schemas.microsoft.com/office/drawing/2014/main" val="2750479190"/>
                    </a:ext>
                  </a:extLst>
                </a:gridCol>
                <a:gridCol w="578118">
                  <a:extLst>
                    <a:ext uri="{9D8B030D-6E8A-4147-A177-3AD203B41FA5}">
                      <a16:colId xmlns:a16="http://schemas.microsoft.com/office/drawing/2014/main" val="3989167654"/>
                    </a:ext>
                  </a:extLst>
                </a:gridCol>
                <a:gridCol w="1182916">
                  <a:extLst>
                    <a:ext uri="{9D8B030D-6E8A-4147-A177-3AD203B41FA5}">
                      <a16:colId xmlns:a16="http://schemas.microsoft.com/office/drawing/2014/main" val="273666395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Page Title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ID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SCR-MEM-001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Author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박영훈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2026.03.20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47649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Path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대시보드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4164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0CAD7E2-823A-436C-BB4E-D32551BCF8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154" y="1885653"/>
            <a:ext cx="4153480" cy="4477375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2C0806F-876A-447F-9A62-4B085ABB11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310601"/>
              </p:ext>
            </p:extLst>
          </p:nvPr>
        </p:nvGraphicFramePr>
        <p:xfrm>
          <a:off x="9403977" y="91440"/>
          <a:ext cx="2666233" cy="1820593"/>
        </p:xfrm>
        <a:graphic>
          <a:graphicData uri="http://schemas.openxmlformats.org/drawingml/2006/table">
            <a:tbl>
              <a:tblPr/>
              <a:tblGrid>
                <a:gridCol w="305117">
                  <a:extLst>
                    <a:ext uri="{9D8B030D-6E8A-4147-A177-3AD203B41FA5}">
                      <a16:colId xmlns:a16="http://schemas.microsoft.com/office/drawing/2014/main" val="3732387232"/>
                    </a:ext>
                  </a:extLst>
                </a:gridCol>
                <a:gridCol w="2361116">
                  <a:extLst>
                    <a:ext uri="{9D8B030D-6E8A-4147-A177-3AD203B41FA5}">
                      <a16:colId xmlns:a16="http://schemas.microsoft.com/office/drawing/2014/main" val="3230558703"/>
                    </a:ext>
                  </a:extLst>
                </a:gridCol>
              </a:tblGrid>
              <a:tr h="36446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Description</a:t>
                      </a:r>
                      <a:endParaRPr lang="ko-KR" altLang="en-US" sz="14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145612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1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로고 클릭 시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65799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가입 환영 문구 출력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8619325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3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클릭 시 메인 대시보드로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9904634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0102E35-5C0C-442A-87DF-7FD182941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91" y="1076142"/>
            <a:ext cx="3267531" cy="495369"/>
          </a:xfrm>
          <a:prstGeom prst="rect">
            <a:avLst/>
          </a:prstGeom>
        </p:spPr>
      </p:pic>
      <p:sp>
        <p:nvSpPr>
          <p:cNvPr id="19" name="타원 18">
            <a:extLst>
              <a:ext uri="{FF2B5EF4-FFF2-40B4-BE49-F238E27FC236}">
                <a16:creationId xmlns:a16="http://schemas.microsoft.com/office/drawing/2014/main" id="{1A629FAB-465D-4792-99A0-10297006704F}"/>
              </a:ext>
            </a:extLst>
          </p:cNvPr>
          <p:cNvSpPr/>
          <p:nvPr/>
        </p:nvSpPr>
        <p:spPr>
          <a:xfrm>
            <a:off x="358589" y="946153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F1B4C69F-02A7-4071-9BD6-AE9FC7953816}"/>
              </a:ext>
            </a:extLst>
          </p:cNvPr>
          <p:cNvSpPr/>
          <p:nvPr/>
        </p:nvSpPr>
        <p:spPr>
          <a:xfrm>
            <a:off x="6221504" y="5336171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C17B333-6FF8-4EF4-979E-C12E91A6BD6C}"/>
              </a:ext>
            </a:extLst>
          </p:cNvPr>
          <p:cNvSpPr/>
          <p:nvPr/>
        </p:nvSpPr>
        <p:spPr>
          <a:xfrm>
            <a:off x="4069974" y="2117843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26226FE7-6F2D-4DA5-9807-AF1017FDD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38691"/>
              </p:ext>
            </p:extLst>
          </p:nvPr>
        </p:nvGraphicFramePr>
        <p:xfrm>
          <a:off x="107576" y="91440"/>
          <a:ext cx="9036424" cy="67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660">
                  <a:extLst>
                    <a:ext uri="{9D8B030D-6E8A-4147-A177-3AD203B41FA5}">
                      <a16:colId xmlns:a16="http://schemas.microsoft.com/office/drawing/2014/main" val="3553305682"/>
                    </a:ext>
                  </a:extLst>
                </a:gridCol>
                <a:gridCol w="1423059">
                  <a:extLst>
                    <a:ext uri="{9D8B030D-6E8A-4147-A177-3AD203B41FA5}">
                      <a16:colId xmlns:a16="http://schemas.microsoft.com/office/drawing/2014/main" val="416141561"/>
                    </a:ext>
                  </a:extLst>
                </a:gridCol>
                <a:gridCol w="1280753">
                  <a:extLst>
                    <a:ext uri="{9D8B030D-6E8A-4147-A177-3AD203B41FA5}">
                      <a16:colId xmlns:a16="http://schemas.microsoft.com/office/drawing/2014/main" val="4096563722"/>
                    </a:ext>
                  </a:extLst>
                </a:gridCol>
                <a:gridCol w="1761036">
                  <a:extLst>
                    <a:ext uri="{9D8B030D-6E8A-4147-A177-3AD203B41FA5}">
                      <a16:colId xmlns:a16="http://schemas.microsoft.com/office/drawing/2014/main" val="1006679857"/>
                    </a:ext>
                  </a:extLst>
                </a:gridCol>
                <a:gridCol w="889411">
                  <a:extLst>
                    <a:ext uri="{9D8B030D-6E8A-4147-A177-3AD203B41FA5}">
                      <a16:colId xmlns:a16="http://schemas.microsoft.com/office/drawing/2014/main" val="3268318058"/>
                    </a:ext>
                  </a:extLst>
                </a:gridCol>
                <a:gridCol w="800471">
                  <a:extLst>
                    <a:ext uri="{9D8B030D-6E8A-4147-A177-3AD203B41FA5}">
                      <a16:colId xmlns:a16="http://schemas.microsoft.com/office/drawing/2014/main" val="2750479190"/>
                    </a:ext>
                  </a:extLst>
                </a:gridCol>
                <a:gridCol w="578118">
                  <a:extLst>
                    <a:ext uri="{9D8B030D-6E8A-4147-A177-3AD203B41FA5}">
                      <a16:colId xmlns:a16="http://schemas.microsoft.com/office/drawing/2014/main" val="3989167654"/>
                    </a:ext>
                  </a:extLst>
                </a:gridCol>
                <a:gridCol w="1182916">
                  <a:extLst>
                    <a:ext uri="{9D8B030D-6E8A-4147-A177-3AD203B41FA5}">
                      <a16:colId xmlns:a16="http://schemas.microsoft.com/office/drawing/2014/main" val="273666395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Page Title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 완료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ID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SCR-MEM-002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Author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박영훈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2026.03.20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47649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Path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대시보드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 완료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0364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83E410D5-61A6-4861-B2BA-099AAD6F54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090" y="1571511"/>
            <a:ext cx="4353533" cy="4363059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2C0806F-876A-447F-9A62-4B085ABB11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588685"/>
              </p:ext>
            </p:extLst>
          </p:nvPr>
        </p:nvGraphicFramePr>
        <p:xfrm>
          <a:off x="9403977" y="91440"/>
          <a:ext cx="2666233" cy="2791347"/>
        </p:xfrm>
        <a:graphic>
          <a:graphicData uri="http://schemas.openxmlformats.org/drawingml/2006/table">
            <a:tbl>
              <a:tblPr/>
              <a:tblGrid>
                <a:gridCol w="305117">
                  <a:extLst>
                    <a:ext uri="{9D8B030D-6E8A-4147-A177-3AD203B41FA5}">
                      <a16:colId xmlns:a16="http://schemas.microsoft.com/office/drawing/2014/main" val="3732387232"/>
                    </a:ext>
                  </a:extLst>
                </a:gridCol>
                <a:gridCol w="2361116">
                  <a:extLst>
                    <a:ext uri="{9D8B030D-6E8A-4147-A177-3AD203B41FA5}">
                      <a16:colId xmlns:a16="http://schemas.microsoft.com/office/drawing/2014/main" val="3230558703"/>
                    </a:ext>
                  </a:extLst>
                </a:gridCol>
              </a:tblGrid>
              <a:tr h="36446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Description</a:t>
                      </a:r>
                      <a:endParaRPr lang="ko-KR" altLang="en-US" sz="14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145612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1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로고 클릭 시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65799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클릭 시 비밀번호 찾기 창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(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SCR-MEM-004)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8619325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3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클릭 시 하단 인증번호 입력 창 활성화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9904634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4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이메일 인증 완료 시 찾기 결과 창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(SCR-MEM-005)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으로 이동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962205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5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 or 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 창 으로 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2577644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0102E35-5C0C-442A-87DF-7FD182941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91" y="1076142"/>
            <a:ext cx="3267531" cy="495369"/>
          </a:xfrm>
          <a:prstGeom prst="rect">
            <a:avLst/>
          </a:prstGeom>
        </p:spPr>
      </p:pic>
      <p:sp>
        <p:nvSpPr>
          <p:cNvPr id="19" name="타원 18">
            <a:extLst>
              <a:ext uri="{FF2B5EF4-FFF2-40B4-BE49-F238E27FC236}">
                <a16:creationId xmlns:a16="http://schemas.microsoft.com/office/drawing/2014/main" id="{1A629FAB-465D-4792-99A0-10297006704F}"/>
              </a:ext>
            </a:extLst>
          </p:cNvPr>
          <p:cNvSpPr/>
          <p:nvPr/>
        </p:nvSpPr>
        <p:spPr>
          <a:xfrm>
            <a:off x="358589" y="946153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F1B4C69F-02A7-4071-9BD6-AE9FC7953816}"/>
              </a:ext>
            </a:extLst>
          </p:cNvPr>
          <p:cNvSpPr/>
          <p:nvPr/>
        </p:nvSpPr>
        <p:spPr>
          <a:xfrm>
            <a:off x="6618599" y="4744499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C17B333-6FF8-4EF4-979E-C12E91A6BD6C}"/>
              </a:ext>
            </a:extLst>
          </p:cNvPr>
          <p:cNvSpPr/>
          <p:nvPr/>
        </p:nvSpPr>
        <p:spPr>
          <a:xfrm>
            <a:off x="7279340" y="2691584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CFAC7F0-7447-4950-9A99-FA9C34DA6ED3}"/>
              </a:ext>
            </a:extLst>
          </p:cNvPr>
          <p:cNvSpPr/>
          <p:nvPr/>
        </p:nvSpPr>
        <p:spPr>
          <a:xfrm>
            <a:off x="6983503" y="1844419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7D2A4FB-72D9-4813-BD7B-5F59A1292E38}"/>
              </a:ext>
            </a:extLst>
          </p:cNvPr>
          <p:cNvSpPr/>
          <p:nvPr/>
        </p:nvSpPr>
        <p:spPr>
          <a:xfrm>
            <a:off x="5663856" y="5569252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68C6603-599B-4534-A0F8-88DD841439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688199"/>
              </p:ext>
            </p:extLst>
          </p:nvPr>
        </p:nvGraphicFramePr>
        <p:xfrm>
          <a:off x="107576" y="91440"/>
          <a:ext cx="9036424" cy="67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660">
                  <a:extLst>
                    <a:ext uri="{9D8B030D-6E8A-4147-A177-3AD203B41FA5}">
                      <a16:colId xmlns:a16="http://schemas.microsoft.com/office/drawing/2014/main" val="3553305682"/>
                    </a:ext>
                  </a:extLst>
                </a:gridCol>
                <a:gridCol w="1676329">
                  <a:extLst>
                    <a:ext uri="{9D8B030D-6E8A-4147-A177-3AD203B41FA5}">
                      <a16:colId xmlns:a16="http://schemas.microsoft.com/office/drawing/2014/main" val="416141561"/>
                    </a:ext>
                  </a:extLst>
                </a:gridCol>
                <a:gridCol w="1027483">
                  <a:extLst>
                    <a:ext uri="{9D8B030D-6E8A-4147-A177-3AD203B41FA5}">
                      <a16:colId xmlns:a16="http://schemas.microsoft.com/office/drawing/2014/main" val="4096563722"/>
                    </a:ext>
                  </a:extLst>
                </a:gridCol>
                <a:gridCol w="1761036">
                  <a:extLst>
                    <a:ext uri="{9D8B030D-6E8A-4147-A177-3AD203B41FA5}">
                      <a16:colId xmlns:a16="http://schemas.microsoft.com/office/drawing/2014/main" val="1006679857"/>
                    </a:ext>
                  </a:extLst>
                </a:gridCol>
                <a:gridCol w="889411">
                  <a:extLst>
                    <a:ext uri="{9D8B030D-6E8A-4147-A177-3AD203B41FA5}">
                      <a16:colId xmlns:a16="http://schemas.microsoft.com/office/drawing/2014/main" val="3268318058"/>
                    </a:ext>
                  </a:extLst>
                </a:gridCol>
                <a:gridCol w="800471">
                  <a:extLst>
                    <a:ext uri="{9D8B030D-6E8A-4147-A177-3AD203B41FA5}">
                      <a16:colId xmlns:a16="http://schemas.microsoft.com/office/drawing/2014/main" val="2750479190"/>
                    </a:ext>
                  </a:extLst>
                </a:gridCol>
                <a:gridCol w="578118">
                  <a:extLst>
                    <a:ext uri="{9D8B030D-6E8A-4147-A177-3AD203B41FA5}">
                      <a16:colId xmlns:a16="http://schemas.microsoft.com/office/drawing/2014/main" val="3989167654"/>
                    </a:ext>
                  </a:extLst>
                </a:gridCol>
                <a:gridCol w="1182916">
                  <a:extLst>
                    <a:ext uri="{9D8B030D-6E8A-4147-A177-3AD203B41FA5}">
                      <a16:colId xmlns:a16="http://schemas.microsoft.com/office/drawing/2014/main" val="273666395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Page Title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ID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SCR-MEM-003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Author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박영훈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2026.03.20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47649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Path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대시보드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542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5F0E05B-9225-415B-838A-587605361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5954" y="1323826"/>
            <a:ext cx="4019920" cy="4791601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2C0806F-876A-447F-9A62-4B085ABB11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906430"/>
              </p:ext>
            </p:extLst>
          </p:nvPr>
        </p:nvGraphicFramePr>
        <p:xfrm>
          <a:off x="9403977" y="91440"/>
          <a:ext cx="2666233" cy="2791347"/>
        </p:xfrm>
        <a:graphic>
          <a:graphicData uri="http://schemas.openxmlformats.org/drawingml/2006/table">
            <a:tbl>
              <a:tblPr/>
              <a:tblGrid>
                <a:gridCol w="305117">
                  <a:extLst>
                    <a:ext uri="{9D8B030D-6E8A-4147-A177-3AD203B41FA5}">
                      <a16:colId xmlns:a16="http://schemas.microsoft.com/office/drawing/2014/main" val="3732387232"/>
                    </a:ext>
                  </a:extLst>
                </a:gridCol>
                <a:gridCol w="2361116">
                  <a:extLst>
                    <a:ext uri="{9D8B030D-6E8A-4147-A177-3AD203B41FA5}">
                      <a16:colId xmlns:a16="http://schemas.microsoft.com/office/drawing/2014/main" val="3230558703"/>
                    </a:ext>
                  </a:extLst>
                </a:gridCol>
              </a:tblGrid>
              <a:tr h="36446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Description</a:t>
                      </a:r>
                      <a:endParaRPr lang="ko-KR" altLang="en-US" sz="14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145612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1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로고 클릭 시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65799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클릭 시 아이디 찾기 창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(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SCR-MEM-003)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8619325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3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클릭 시 하단 인증번호 입력 창 활성화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9904634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4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이메일 인증 완료 시 찾기 결과 창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(SCR-MEM-005)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으로 이동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962205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5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 or 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 창 으로 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2577644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0102E35-5C0C-442A-87DF-7FD182941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91" y="1076142"/>
            <a:ext cx="3267531" cy="495369"/>
          </a:xfrm>
          <a:prstGeom prst="rect">
            <a:avLst/>
          </a:prstGeom>
        </p:spPr>
      </p:pic>
      <p:sp>
        <p:nvSpPr>
          <p:cNvPr id="19" name="타원 18">
            <a:extLst>
              <a:ext uri="{FF2B5EF4-FFF2-40B4-BE49-F238E27FC236}">
                <a16:creationId xmlns:a16="http://schemas.microsoft.com/office/drawing/2014/main" id="{1A629FAB-465D-4792-99A0-10297006704F}"/>
              </a:ext>
            </a:extLst>
          </p:cNvPr>
          <p:cNvSpPr/>
          <p:nvPr/>
        </p:nvSpPr>
        <p:spPr>
          <a:xfrm>
            <a:off x="358589" y="946153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F1B4C69F-02A7-4071-9BD6-AE9FC7953816}"/>
              </a:ext>
            </a:extLst>
          </p:cNvPr>
          <p:cNvSpPr/>
          <p:nvPr/>
        </p:nvSpPr>
        <p:spPr>
          <a:xfrm>
            <a:off x="6735140" y="5067228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C17B333-6FF8-4EF4-979E-C12E91A6BD6C}"/>
              </a:ext>
            </a:extLst>
          </p:cNvPr>
          <p:cNvSpPr/>
          <p:nvPr/>
        </p:nvSpPr>
        <p:spPr>
          <a:xfrm>
            <a:off x="7360022" y="3059137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CFAC7F0-7447-4950-9A99-FA9C34DA6ED3}"/>
              </a:ext>
            </a:extLst>
          </p:cNvPr>
          <p:cNvSpPr/>
          <p:nvPr/>
        </p:nvSpPr>
        <p:spPr>
          <a:xfrm>
            <a:off x="4437528" y="1487113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7D2A4FB-72D9-4813-BD7B-5F59A1292E38}"/>
              </a:ext>
            </a:extLst>
          </p:cNvPr>
          <p:cNvSpPr/>
          <p:nvPr/>
        </p:nvSpPr>
        <p:spPr>
          <a:xfrm>
            <a:off x="5663855" y="5855450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BDBA138D-8330-4881-8D05-8E0760EBA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056363"/>
              </p:ext>
            </p:extLst>
          </p:nvPr>
        </p:nvGraphicFramePr>
        <p:xfrm>
          <a:off x="107576" y="91440"/>
          <a:ext cx="9036424" cy="67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660">
                  <a:extLst>
                    <a:ext uri="{9D8B030D-6E8A-4147-A177-3AD203B41FA5}">
                      <a16:colId xmlns:a16="http://schemas.microsoft.com/office/drawing/2014/main" val="3553305682"/>
                    </a:ext>
                  </a:extLst>
                </a:gridCol>
                <a:gridCol w="1423059">
                  <a:extLst>
                    <a:ext uri="{9D8B030D-6E8A-4147-A177-3AD203B41FA5}">
                      <a16:colId xmlns:a16="http://schemas.microsoft.com/office/drawing/2014/main" val="416141561"/>
                    </a:ext>
                  </a:extLst>
                </a:gridCol>
                <a:gridCol w="1280753">
                  <a:extLst>
                    <a:ext uri="{9D8B030D-6E8A-4147-A177-3AD203B41FA5}">
                      <a16:colId xmlns:a16="http://schemas.microsoft.com/office/drawing/2014/main" val="4096563722"/>
                    </a:ext>
                  </a:extLst>
                </a:gridCol>
                <a:gridCol w="1761036">
                  <a:extLst>
                    <a:ext uri="{9D8B030D-6E8A-4147-A177-3AD203B41FA5}">
                      <a16:colId xmlns:a16="http://schemas.microsoft.com/office/drawing/2014/main" val="1006679857"/>
                    </a:ext>
                  </a:extLst>
                </a:gridCol>
                <a:gridCol w="889411">
                  <a:extLst>
                    <a:ext uri="{9D8B030D-6E8A-4147-A177-3AD203B41FA5}">
                      <a16:colId xmlns:a16="http://schemas.microsoft.com/office/drawing/2014/main" val="3268318058"/>
                    </a:ext>
                  </a:extLst>
                </a:gridCol>
                <a:gridCol w="800471">
                  <a:extLst>
                    <a:ext uri="{9D8B030D-6E8A-4147-A177-3AD203B41FA5}">
                      <a16:colId xmlns:a16="http://schemas.microsoft.com/office/drawing/2014/main" val="2750479190"/>
                    </a:ext>
                  </a:extLst>
                </a:gridCol>
                <a:gridCol w="578118">
                  <a:extLst>
                    <a:ext uri="{9D8B030D-6E8A-4147-A177-3AD203B41FA5}">
                      <a16:colId xmlns:a16="http://schemas.microsoft.com/office/drawing/2014/main" val="3989167654"/>
                    </a:ext>
                  </a:extLst>
                </a:gridCol>
                <a:gridCol w="1182916">
                  <a:extLst>
                    <a:ext uri="{9D8B030D-6E8A-4147-A177-3AD203B41FA5}">
                      <a16:colId xmlns:a16="http://schemas.microsoft.com/office/drawing/2014/main" val="273666395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Page Title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ID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SCR-MEM-004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Author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박영훈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2026.03.20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47649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Path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대시보드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비밀번호 찾기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3009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2C0806F-876A-447F-9A62-4B085ABB1100}"/>
              </a:ext>
            </a:extLst>
          </p:cNvPr>
          <p:cNvGraphicFramePr>
            <a:graphicFrameLocks noGrp="1"/>
          </p:cNvGraphicFramePr>
          <p:nvPr/>
        </p:nvGraphicFramePr>
        <p:xfrm>
          <a:off x="9403977" y="91440"/>
          <a:ext cx="2666233" cy="2791347"/>
        </p:xfrm>
        <a:graphic>
          <a:graphicData uri="http://schemas.openxmlformats.org/drawingml/2006/table">
            <a:tbl>
              <a:tblPr/>
              <a:tblGrid>
                <a:gridCol w="305117">
                  <a:extLst>
                    <a:ext uri="{9D8B030D-6E8A-4147-A177-3AD203B41FA5}">
                      <a16:colId xmlns:a16="http://schemas.microsoft.com/office/drawing/2014/main" val="3732387232"/>
                    </a:ext>
                  </a:extLst>
                </a:gridCol>
                <a:gridCol w="2361116">
                  <a:extLst>
                    <a:ext uri="{9D8B030D-6E8A-4147-A177-3AD203B41FA5}">
                      <a16:colId xmlns:a16="http://schemas.microsoft.com/office/drawing/2014/main" val="3230558703"/>
                    </a:ext>
                  </a:extLst>
                </a:gridCol>
              </a:tblGrid>
              <a:tr h="36446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Description</a:t>
                      </a:r>
                      <a:endParaRPr lang="ko-KR" altLang="en-US" sz="14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145612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1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로고 클릭 시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657993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클릭 시 아이디 찾기 창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(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SCR-MEM-003)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8619325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3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클릭 시 하단 인증번호 입력 창 활성화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9904634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4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이메일 인증 완료 시 찾기 결과 창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(SCR-MEM-005)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으로 이동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962205"/>
                  </a:ext>
                </a:extLst>
              </a:tr>
              <a:tr h="4853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5</a:t>
                      </a:r>
                      <a:endParaRPr lang="ko-KR" altLang="en-US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메인 대시보드</a:t>
                      </a:r>
                      <a:r>
                        <a:rPr lang="en-US" altLang="ko-KR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 or </a:t>
                      </a: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회원가입 창 으로 </a:t>
                      </a:r>
                      <a:endParaRPr lang="en-US" altLang="ko-KR" sz="1000" dirty="0"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2577644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0102E35-5C0C-442A-87DF-7FD182941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91" y="1076142"/>
            <a:ext cx="3267531" cy="495369"/>
          </a:xfrm>
          <a:prstGeom prst="rect">
            <a:avLst/>
          </a:prstGeom>
        </p:spPr>
      </p:pic>
      <p:sp>
        <p:nvSpPr>
          <p:cNvPr id="19" name="타원 18">
            <a:extLst>
              <a:ext uri="{FF2B5EF4-FFF2-40B4-BE49-F238E27FC236}">
                <a16:creationId xmlns:a16="http://schemas.microsoft.com/office/drawing/2014/main" id="{1A629FAB-465D-4792-99A0-10297006704F}"/>
              </a:ext>
            </a:extLst>
          </p:cNvPr>
          <p:cNvSpPr/>
          <p:nvPr/>
        </p:nvSpPr>
        <p:spPr>
          <a:xfrm>
            <a:off x="358589" y="946153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F1B4C69F-02A7-4071-9BD6-AE9FC7953816}"/>
              </a:ext>
            </a:extLst>
          </p:cNvPr>
          <p:cNvSpPr/>
          <p:nvPr/>
        </p:nvSpPr>
        <p:spPr>
          <a:xfrm>
            <a:off x="6735140" y="5067228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AC17B333-6FF8-4EF4-979E-C12E91A6BD6C}"/>
              </a:ext>
            </a:extLst>
          </p:cNvPr>
          <p:cNvSpPr/>
          <p:nvPr/>
        </p:nvSpPr>
        <p:spPr>
          <a:xfrm>
            <a:off x="7360022" y="3059137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CFAC7F0-7447-4950-9A99-FA9C34DA6ED3}"/>
              </a:ext>
            </a:extLst>
          </p:cNvPr>
          <p:cNvSpPr/>
          <p:nvPr/>
        </p:nvSpPr>
        <p:spPr>
          <a:xfrm>
            <a:off x="4437528" y="1487113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7D2A4FB-72D9-4813-BD7B-5F59A1292E38}"/>
              </a:ext>
            </a:extLst>
          </p:cNvPr>
          <p:cNvSpPr/>
          <p:nvPr/>
        </p:nvSpPr>
        <p:spPr>
          <a:xfrm>
            <a:off x="5663855" y="5855450"/>
            <a:ext cx="224117" cy="25997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EA6D5FD-CA69-4D6B-940D-7171A005C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845803"/>
              </p:ext>
            </p:extLst>
          </p:nvPr>
        </p:nvGraphicFramePr>
        <p:xfrm>
          <a:off x="107576" y="91440"/>
          <a:ext cx="9036424" cy="67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660">
                  <a:extLst>
                    <a:ext uri="{9D8B030D-6E8A-4147-A177-3AD203B41FA5}">
                      <a16:colId xmlns:a16="http://schemas.microsoft.com/office/drawing/2014/main" val="3553305682"/>
                    </a:ext>
                  </a:extLst>
                </a:gridCol>
                <a:gridCol w="1423059">
                  <a:extLst>
                    <a:ext uri="{9D8B030D-6E8A-4147-A177-3AD203B41FA5}">
                      <a16:colId xmlns:a16="http://schemas.microsoft.com/office/drawing/2014/main" val="416141561"/>
                    </a:ext>
                  </a:extLst>
                </a:gridCol>
                <a:gridCol w="1280753">
                  <a:extLst>
                    <a:ext uri="{9D8B030D-6E8A-4147-A177-3AD203B41FA5}">
                      <a16:colId xmlns:a16="http://schemas.microsoft.com/office/drawing/2014/main" val="4096563722"/>
                    </a:ext>
                  </a:extLst>
                </a:gridCol>
                <a:gridCol w="1761036">
                  <a:extLst>
                    <a:ext uri="{9D8B030D-6E8A-4147-A177-3AD203B41FA5}">
                      <a16:colId xmlns:a16="http://schemas.microsoft.com/office/drawing/2014/main" val="1006679857"/>
                    </a:ext>
                  </a:extLst>
                </a:gridCol>
                <a:gridCol w="889411">
                  <a:extLst>
                    <a:ext uri="{9D8B030D-6E8A-4147-A177-3AD203B41FA5}">
                      <a16:colId xmlns:a16="http://schemas.microsoft.com/office/drawing/2014/main" val="3268318058"/>
                    </a:ext>
                  </a:extLst>
                </a:gridCol>
                <a:gridCol w="800471">
                  <a:extLst>
                    <a:ext uri="{9D8B030D-6E8A-4147-A177-3AD203B41FA5}">
                      <a16:colId xmlns:a16="http://schemas.microsoft.com/office/drawing/2014/main" val="2750479190"/>
                    </a:ext>
                  </a:extLst>
                </a:gridCol>
                <a:gridCol w="578118">
                  <a:extLst>
                    <a:ext uri="{9D8B030D-6E8A-4147-A177-3AD203B41FA5}">
                      <a16:colId xmlns:a16="http://schemas.microsoft.com/office/drawing/2014/main" val="3989167654"/>
                    </a:ext>
                  </a:extLst>
                </a:gridCol>
                <a:gridCol w="1182916">
                  <a:extLst>
                    <a:ext uri="{9D8B030D-6E8A-4147-A177-3AD203B41FA5}">
                      <a16:colId xmlns:a16="http://schemas.microsoft.com/office/drawing/2014/main" val="273666395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Page Title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아이디 찾기 결과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ID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SCR-MEM-005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Author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박영훈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date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2026.03.20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47649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Screen Path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대시보드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비밀번호 찾기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HY견고딕" panose="02030600000101010101" pitchFamily="18" charset="-127"/>
                          <a:ea typeface="HY견고딕" panose="02030600000101010101" pitchFamily="18" charset="-127"/>
                        </a:rPr>
                        <a:t>아이디 찾기 결과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endParaRPr lang="ko-KR" altLang="en-US" sz="1100" b="0" dirty="0">
                        <a:solidFill>
                          <a:schemeClr val="tx1"/>
                        </a:solidFill>
                        <a:latin typeface="HY견고딕" panose="02030600000101010101" pitchFamily="18" charset="-127"/>
                        <a:ea typeface="HY견고딕" panose="02030600000101010101" pitchFamily="18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656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1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C36D2E-F564-468A-9A3F-37F38B75DBD2}"/>
              </a:ext>
            </a:extLst>
          </p:cNvPr>
          <p:cNvSpPr txBox="1"/>
          <p:nvPr/>
        </p:nvSpPr>
        <p:spPr>
          <a:xfrm>
            <a:off x="3520888" y="2782669"/>
            <a:ext cx="51502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200906040"/>
      </p:ext>
    </p:extLst>
  </p:cSld>
  <p:clrMapOvr>
    <a:masterClrMapping/>
  </p:clrMapOvr>
</p:sld>
</file>

<file path=ppt/theme/theme1.xml><?xml version="1.0" encoding="utf-8"?>
<a:theme xmlns:a="http://schemas.openxmlformats.org/drawingml/2006/main" name="New_Education02">
  <a:themeElements>
    <a:clrScheme name="Education02">
      <a:dk1>
        <a:srgbClr val="000000"/>
      </a:dk1>
      <a:lt1>
        <a:srgbClr val="FFFFFF"/>
      </a:lt1>
      <a:dk2>
        <a:srgbClr val="006699"/>
      </a:dk2>
      <a:lt2>
        <a:srgbClr val="ECF0ED"/>
      </a:lt2>
      <a:accent1>
        <a:srgbClr val="DF3939"/>
      </a:accent1>
      <a:accent2>
        <a:srgbClr val="F0A73C"/>
      </a:accent2>
      <a:accent3>
        <a:srgbClr val="21A6C5"/>
      </a:accent3>
      <a:accent4>
        <a:srgbClr val="BEC936"/>
      </a:accent4>
      <a:accent5>
        <a:srgbClr val="ECB0B0"/>
      </a:accent5>
      <a:accent6>
        <a:srgbClr val="C1C1C1"/>
      </a:accent6>
      <a:hlink>
        <a:srgbClr val="0099CC"/>
      </a:hlink>
      <a:folHlink>
        <a:srgbClr val="D361AA"/>
      </a:folHlink>
    </a:clrScheme>
    <a:fontScheme name="Education02">
      <a:majorFont>
        <a:latin typeface="Corbel"/>
        <a:ea typeface=""/>
        <a:cs typeface=""/>
        <a:font script="Jpan" typeface="HG丸ｺﾞｼｯｸM-PRO"/>
        <a:font script="Hang" typeface="맑은 고딕"/>
        <a:font script="Hans" typeface="黑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Candara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ducation02">
      <a:fillStyleLst>
        <a:solidFill>
          <a:schemeClr val="phClr"/>
        </a:solidFill>
        <a:solidFill>
          <a:schemeClr val="phClr">
            <a:tint val="60000"/>
            <a:satMod val="150000"/>
          </a:schemeClr>
        </a:solidFill>
        <a:gradFill rotWithShape="1">
          <a:gsLst>
            <a:gs pos="0">
              <a:schemeClr val="phClr">
                <a:shade val="100000"/>
                <a:satMod val="100000"/>
              </a:schemeClr>
            </a:gs>
            <a:gs pos="100000">
              <a:schemeClr val="phClr">
                <a:shade val="70000"/>
                <a:satMod val="1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innerShdw blurRad="127000" dist="25400" dir="13500000">
              <a:srgbClr val="000000">
                <a:alpha val="80000"/>
              </a:srgbClr>
            </a:innerShdw>
          </a:effectLst>
        </a:effectStyle>
        <a:effectStyle>
          <a:effectLst>
            <a:innerShdw blurRad="254000" dist="25400" dir="13500000">
              <a:srgbClr val="000000">
                <a:alpha val="80000"/>
              </a:srgbClr>
            </a:innerShdw>
          </a:effectLst>
        </a:effectStyle>
        <a:effectStyle>
          <a:effectLst>
            <a:outerShdw blurRad="50800" dist="508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soft" dir="b">
              <a:rot lat="0" lon="0" rev="9000000"/>
            </a:lightRig>
          </a:scene3d>
          <a:sp3d contourW="35560" prstMaterial="matte">
            <a:bevelT w="4445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20000"/>
              </a:schemeClr>
            </a:gs>
            <a:gs pos="100000">
              <a:schemeClr val="phClr">
                <a:tint val="70000"/>
                <a:shade val="100000"/>
                <a:satMod val="30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88000"/>
                <a:satMod val="200000"/>
              </a:schemeClr>
            </a:gs>
            <a:gs pos="100000">
              <a:schemeClr val="phClr">
                <a:shade val="86000"/>
                <a:satMod val="140000"/>
                <a:lumMod val="90000"/>
              </a:schemeClr>
            </a:gs>
          </a:gsLst>
          <a:lin ang="3300000" scaled="1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2961</TotalTime>
  <Words>463</Words>
  <Application>Microsoft Office PowerPoint</Application>
  <PresentationFormat>와이드스크린</PresentationFormat>
  <Paragraphs>188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6" baseType="lpstr">
      <vt:lpstr>HY견고딕</vt:lpstr>
      <vt:lpstr>HY그래픽M</vt:lpstr>
      <vt:lpstr>맑은 고딕</vt:lpstr>
      <vt:lpstr>Arial</vt:lpstr>
      <vt:lpstr>Candara</vt:lpstr>
      <vt:lpstr>Corbel</vt:lpstr>
      <vt:lpstr>Wingdings 3</vt:lpstr>
      <vt:lpstr>New_Education02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itbank403_15</dc:creator>
  <cp:lastModifiedBy>itbank403_15</cp:lastModifiedBy>
  <cp:revision>179</cp:revision>
  <dcterms:created xsi:type="dcterms:W3CDTF">2026-03-11T01:16:02Z</dcterms:created>
  <dcterms:modified xsi:type="dcterms:W3CDTF">2026-03-20T08:48:07Z</dcterms:modified>
</cp:coreProperties>
</file>