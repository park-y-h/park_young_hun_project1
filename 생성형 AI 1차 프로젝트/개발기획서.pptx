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61" r:id="rId2"/>
    <p:sldId id="258" r:id="rId3"/>
    <p:sldId id="263" r:id="rId4"/>
    <p:sldId id="264" r:id="rId5"/>
    <p:sldId id="265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5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6"/>
          <p:cNvSpPr/>
          <p:nvPr/>
        </p:nvSpPr>
        <p:spPr bwMode="gray">
          <a:xfrm>
            <a:off x="11393715" y="5873327"/>
            <a:ext cx="798285" cy="987315"/>
          </a:xfrm>
          <a:custGeom>
            <a:avLst/>
            <a:gdLst>
              <a:gd name="connsiteX0" fmla="*/ 587828 w 598714"/>
              <a:gd name="connsiteY0" fmla="*/ 0 h 979714"/>
              <a:gd name="connsiteX1" fmla="*/ 598714 w 598714"/>
              <a:gd name="connsiteY1" fmla="*/ 979714 h 979714"/>
              <a:gd name="connsiteX2" fmla="*/ 174171 w 598714"/>
              <a:gd name="connsiteY2" fmla="*/ 968828 h 979714"/>
              <a:gd name="connsiteX3" fmla="*/ 0 w 598714"/>
              <a:gd name="connsiteY3" fmla="*/ 185057 h 979714"/>
              <a:gd name="connsiteX4" fmla="*/ 587828 w 598714"/>
              <a:gd name="connsiteY4" fmla="*/ 0 h 979714"/>
              <a:gd name="connsiteX0" fmla="*/ 595944 w 598714"/>
              <a:gd name="connsiteY0" fmla="*/ 0 h 984674"/>
              <a:gd name="connsiteX1" fmla="*/ 598714 w 598714"/>
              <a:gd name="connsiteY1" fmla="*/ 984674 h 984674"/>
              <a:gd name="connsiteX2" fmla="*/ 174171 w 598714"/>
              <a:gd name="connsiteY2" fmla="*/ 973788 h 984674"/>
              <a:gd name="connsiteX3" fmla="*/ 0 w 598714"/>
              <a:gd name="connsiteY3" fmla="*/ 190017 h 984674"/>
              <a:gd name="connsiteX4" fmla="*/ 595944 w 598714"/>
              <a:gd name="connsiteY4" fmla="*/ 0 h 984674"/>
              <a:gd name="connsiteX0" fmla="*/ 595944 w 598714"/>
              <a:gd name="connsiteY0" fmla="*/ 0 h 987315"/>
              <a:gd name="connsiteX1" fmla="*/ 598714 w 598714"/>
              <a:gd name="connsiteY1" fmla="*/ 984674 h 987315"/>
              <a:gd name="connsiteX2" fmla="*/ 179582 w 598714"/>
              <a:gd name="connsiteY2" fmla="*/ 987315 h 987315"/>
              <a:gd name="connsiteX3" fmla="*/ 0 w 598714"/>
              <a:gd name="connsiteY3" fmla="*/ 190017 h 987315"/>
              <a:gd name="connsiteX4" fmla="*/ 595944 w 598714"/>
              <a:gd name="connsiteY4" fmla="*/ 0 h 9873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98714" h="987315">
                <a:moveTo>
                  <a:pt x="595944" y="0"/>
                </a:moveTo>
                <a:cubicBezTo>
                  <a:pt x="596867" y="328225"/>
                  <a:pt x="597791" y="656449"/>
                  <a:pt x="598714" y="984674"/>
                </a:cubicBezTo>
                <a:lnTo>
                  <a:pt x="179582" y="987315"/>
                </a:lnTo>
                <a:lnTo>
                  <a:pt x="0" y="190017"/>
                </a:lnTo>
                <a:lnTo>
                  <a:pt x="595944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6" name="Freeform 15"/>
          <p:cNvSpPr/>
          <p:nvPr/>
        </p:nvSpPr>
        <p:spPr bwMode="gray">
          <a:xfrm>
            <a:off x="10406744" y="2677887"/>
            <a:ext cx="1790009" cy="3298371"/>
          </a:xfrm>
          <a:custGeom>
            <a:avLst/>
            <a:gdLst>
              <a:gd name="connsiteX0" fmla="*/ 0 w 1338943"/>
              <a:gd name="connsiteY0" fmla="*/ 206828 h 3298371"/>
              <a:gd name="connsiteX1" fmla="*/ 1338943 w 1338943"/>
              <a:gd name="connsiteY1" fmla="*/ 0 h 3298371"/>
              <a:gd name="connsiteX2" fmla="*/ 1328057 w 1338943"/>
              <a:gd name="connsiteY2" fmla="*/ 3102428 h 3298371"/>
              <a:gd name="connsiteX3" fmla="*/ 718457 w 1338943"/>
              <a:gd name="connsiteY3" fmla="*/ 3298371 h 3298371"/>
              <a:gd name="connsiteX4" fmla="*/ 0 w 1338943"/>
              <a:gd name="connsiteY4" fmla="*/ 206828 h 3298371"/>
              <a:gd name="connsiteX0" fmla="*/ 0 w 1342507"/>
              <a:gd name="connsiteY0" fmla="*/ 206828 h 3298371"/>
              <a:gd name="connsiteX1" fmla="*/ 1338943 w 1342507"/>
              <a:gd name="connsiteY1" fmla="*/ 0 h 3298371"/>
              <a:gd name="connsiteX2" fmla="*/ 1338878 w 1342507"/>
              <a:gd name="connsiteY2" fmla="*/ 3097919 h 3298371"/>
              <a:gd name="connsiteX3" fmla="*/ 718457 w 1342507"/>
              <a:gd name="connsiteY3" fmla="*/ 3298371 h 3298371"/>
              <a:gd name="connsiteX4" fmla="*/ 0 w 1342507"/>
              <a:gd name="connsiteY4" fmla="*/ 206828 h 3298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42507" h="3298371">
                <a:moveTo>
                  <a:pt x="0" y="206828"/>
                </a:moveTo>
                <a:lnTo>
                  <a:pt x="1338943" y="0"/>
                </a:lnTo>
                <a:cubicBezTo>
                  <a:pt x="1335314" y="1034143"/>
                  <a:pt x="1342507" y="2063776"/>
                  <a:pt x="1338878" y="3097919"/>
                </a:cubicBezTo>
                <a:lnTo>
                  <a:pt x="718457" y="3298371"/>
                </a:lnTo>
                <a:lnTo>
                  <a:pt x="0" y="206828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5" name="Freeform 14"/>
          <p:cNvSpPr/>
          <p:nvPr/>
        </p:nvSpPr>
        <p:spPr bwMode="gray">
          <a:xfrm>
            <a:off x="-14515" y="2917372"/>
            <a:ext cx="11509829" cy="3940629"/>
          </a:xfrm>
          <a:custGeom>
            <a:avLst/>
            <a:gdLst>
              <a:gd name="connsiteX0" fmla="*/ 0 w 8632372"/>
              <a:gd name="connsiteY0" fmla="*/ 3940629 h 3940629"/>
              <a:gd name="connsiteX1" fmla="*/ 2732315 w 8632372"/>
              <a:gd name="connsiteY1" fmla="*/ 783772 h 3940629"/>
              <a:gd name="connsiteX2" fmla="*/ 7696200 w 8632372"/>
              <a:gd name="connsiteY2" fmla="*/ 0 h 3940629"/>
              <a:gd name="connsiteX3" fmla="*/ 8632372 w 8632372"/>
              <a:gd name="connsiteY3" fmla="*/ 3940629 h 3940629"/>
              <a:gd name="connsiteX4" fmla="*/ 0 w 8632372"/>
              <a:gd name="connsiteY4" fmla="*/ 3940629 h 3940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2372" h="3940629">
                <a:moveTo>
                  <a:pt x="0" y="3940629"/>
                </a:moveTo>
                <a:lnTo>
                  <a:pt x="2732315" y="783772"/>
                </a:lnTo>
                <a:lnTo>
                  <a:pt x="7696200" y="0"/>
                </a:lnTo>
                <a:lnTo>
                  <a:pt x="8632372" y="3940629"/>
                </a:lnTo>
                <a:lnTo>
                  <a:pt x="0" y="3940629"/>
                </a:lnTo>
                <a:close/>
              </a:path>
            </a:pathLst>
          </a:cu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>
            <a:off x="865632" y="6419088"/>
            <a:ext cx="10460736" cy="3657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xfrm>
            <a:off x="11558016" y="6419088"/>
            <a:ext cx="633984" cy="365760"/>
          </a:xfrm>
        </p:spPr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Freeform 8"/>
          <p:cNvSpPr/>
          <p:nvPr/>
        </p:nvSpPr>
        <p:spPr bwMode="gray">
          <a:xfrm>
            <a:off x="2363433" y="1"/>
            <a:ext cx="1747915" cy="1115627"/>
          </a:xfrm>
          <a:custGeom>
            <a:avLst/>
            <a:gdLst>
              <a:gd name="connsiteX0" fmla="*/ 0 w 1310936"/>
              <a:gd name="connsiteY0" fmla="*/ 0 h 1115627"/>
              <a:gd name="connsiteX1" fmla="*/ 435006 w 1310936"/>
              <a:gd name="connsiteY1" fmla="*/ 1115627 h 1115627"/>
              <a:gd name="connsiteX2" fmla="*/ 1310936 w 1310936"/>
              <a:gd name="connsiteY2" fmla="*/ 645111 h 1115627"/>
              <a:gd name="connsiteX3" fmla="*/ 1222159 w 1310936"/>
              <a:gd name="connsiteY3" fmla="*/ 0 h 1115627"/>
              <a:gd name="connsiteX4" fmla="*/ 0 w 1310936"/>
              <a:gd name="connsiteY4" fmla="*/ 0 h 111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10936" h="1115627">
                <a:moveTo>
                  <a:pt x="0" y="0"/>
                </a:moveTo>
                <a:lnTo>
                  <a:pt x="435006" y="1115627"/>
                </a:lnTo>
                <a:lnTo>
                  <a:pt x="1310936" y="645111"/>
                </a:lnTo>
                <a:lnTo>
                  <a:pt x="1222159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Freeform 7"/>
          <p:cNvSpPr/>
          <p:nvPr/>
        </p:nvSpPr>
        <p:spPr bwMode="gray">
          <a:xfrm>
            <a:off x="-7890" y="1"/>
            <a:ext cx="2693033" cy="1452979"/>
          </a:xfrm>
          <a:custGeom>
            <a:avLst/>
            <a:gdLst>
              <a:gd name="connsiteX0" fmla="*/ 0 w 2013857"/>
              <a:gd name="connsiteY0" fmla="*/ 10886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10886 h 1436914"/>
              <a:gd name="connsiteX0" fmla="*/ 0 w 2013857"/>
              <a:gd name="connsiteY0" fmla="*/ 2008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2008 h 1436914"/>
              <a:gd name="connsiteX0" fmla="*/ 5918 w 2019775"/>
              <a:gd name="connsiteY0" fmla="*/ 2008 h 1452979"/>
              <a:gd name="connsiteX1" fmla="*/ 5918 w 2019775"/>
              <a:gd name="connsiteY1" fmla="*/ 1436914 h 1452979"/>
              <a:gd name="connsiteX2" fmla="*/ 0 w 2019775"/>
              <a:gd name="connsiteY2" fmla="*/ 1452979 h 1452979"/>
              <a:gd name="connsiteX3" fmla="*/ 2019775 w 2019775"/>
              <a:gd name="connsiteY3" fmla="*/ 794657 h 1452979"/>
              <a:gd name="connsiteX4" fmla="*/ 1693204 w 2019775"/>
              <a:gd name="connsiteY4" fmla="*/ 0 h 1452979"/>
              <a:gd name="connsiteX5" fmla="*/ 5918 w 2019775"/>
              <a:gd name="connsiteY5" fmla="*/ 2008 h 1452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9775" h="1452979">
                <a:moveTo>
                  <a:pt x="5918" y="2008"/>
                </a:moveTo>
                <a:lnTo>
                  <a:pt x="5918" y="1436914"/>
                </a:lnTo>
                <a:lnTo>
                  <a:pt x="0" y="1452979"/>
                </a:lnTo>
                <a:lnTo>
                  <a:pt x="2019775" y="794657"/>
                </a:lnTo>
                <a:lnTo>
                  <a:pt x="1693204" y="0"/>
                </a:lnTo>
                <a:lnTo>
                  <a:pt x="5918" y="200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Freeform 10"/>
          <p:cNvSpPr/>
          <p:nvPr/>
        </p:nvSpPr>
        <p:spPr bwMode="gray">
          <a:xfrm>
            <a:off x="-4175" y="895611"/>
            <a:ext cx="2875420" cy="1399784"/>
          </a:xfrm>
          <a:custGeom>
            <a:avLst/>
            <a:gdLst>
              <a:gd name="connsiteX0" fmla="*/ 2048006 w 2148214"/>
              <a:gd name="connsiteY0" fmla="*/ 0 h 1399784"/>
              <a:gd name="connsiteX1" fmla="*/ 2148214 w 2148214"/>
              <a:gd name="connsiteY1" fmla="*/ 253652 h 1399784"/>
              <a:gd name="connsiteX2" fmla="*/ 0 w 2148214"/>
              <a:gd name="connsiteY2" fmla="*/ 1399784 h 1399784"/>
              <a:gd name="connsiteX3" fmla="*/ 0 w 2148214"/>
              <a:gd name="connsiteY3" fmla="*/ 676405 h 1399784"/>
              <a:gd name="connsiteX4" fmla="*/ 2048006 w 2148214"/>
              <a:gd name="connsiteY4" fmla="*/ 0 h 1399784"/>
              <a:gd name="connsiteX0" fmla="*/ 2048006 w 2156565"/>
              <a:gd name="connsiteY0" fmla="*/ 0 h 1399784"/>
              <a:gd name="connsiteX1" fmla="*/ 2156565 w 2156565"/>
              <a:gd name="connsiteY1" fmla="*/ 247389 h 1399784"/>
              <a:gd name="connsiteX2" fmla="*/ 0 w 2156565"/>
              <a:gd name="connsiteY2" fmla="*/ 1399784 h 1399784"/>
              <a:gd name="connsiteX3" fmla="*/ 0 w 2156565"/>
              <a:gd name="connsiteY3" fmla="*/ 676405 h 1399784"/>
              <a:gd name="connsiteX4" fmla="*/ 2048006 w 2156565"/>
              <a:gd name="connsiteY4" fmla="*/ 0 h 1399784"/>
              <a:gd name="connsiteX0" fmla="*/ 2060532 w 2156565"/>
              <a:gd name="connsiteY0" fmla="*/ 0 h 1399784"/>
              <a:gd name="connsiteX1" fmla="*/ 2156565 w 2156565"/>
              <a:gd name="connsiteY1" fmla="*/ 247389 h 1399784"/>
              <a:gd name="connsiteX2" fmla="*/ 0 w 2156565"/>
              <a:gd name="connsiteY2" fmla="*/ 1399784 h 1399784"/>
              <a:gd name="connsiteX3" fmla="*/ 0 w 2156565"/>
              <a:gd name="connsiteY3" fmla="*/ 676405 h 1399784"/>
              <a:gd name="connsiteX4" fmla="*/ 2060532 w 2156565"/>
              <a:gd name="connsiteY4" fmla="*/ 0 h 1399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56565" h="1399784">
                <a:moveTo>
                  <a:pt x="2060532" y="0"/>
                </a:moveTo>
                <a:lnTo>
                  <a:pt x="2156565" y="247389"/>
                </a:lnTo>
                <a:lnTo>
                  <a:pt x="0" y="1399784"/>
                </a:lnTo>
                <a:lnTo>
                  <a:pt x="0" y="676405"/>
                </a:lnTo>
                <a:lnTo>
                  <a:pt x="2060532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xfrm>
            <a:off x="48768" y="36576"/>
            <a:ext cx="2474976" cy="36576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18" name="Oval 17"/>
          <p:cNvSpPr/>
          <p:nvPr/>
        </p:nvSpPr>
        <p:spPr bwMode="gray">
          <a:xfrm>
            <a:off x="101193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9" name="Oval 18"/>
          <p:cNvSpPr/>
          <p:nvPr/>
        </p:nvSpPr>
        <p:spPr bwMode="gray">
          <a:xfrm>
            <a:off x="107289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0" name="Oval 19"/>
          <p:cNvSpPr/>
          <p:nvPr/>
        </p:nvSpPr>
        <p:spPr bwMode="gray">
          <a:xfrm>
            <a:off x="11338560" y="283464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gray">
          <a:xfrm>
            <a:off x="902208" y="1755648"/>
            <a:ext cx="10363200" cy="1069848"/>
          </a:xfrm>
        </p:spPr>
        <p:txBody>
          <a:bodyPr/>
          <a:lstStyle>
            <a:lvl1pPr algn="l">
              <a:defRPr b="1">
                <a:solidFill>
                  <a:schemeClr val="tx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02208" y="2834640"/>
            <a:ext cx="8583168" cy="59436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130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109728"/>
            <a:ext cx="7924800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7048"/>
            <a:ext cx="10972800" cy="4599432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428044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168" y="3438145"/>
            <a:ext cx="10314432" cy="1352931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black">
          <a:xfrm>
            <a:off x="2706624" y="1929384"/>
            <a:ext cx="8558784" cy="1499616"/>
          </a:xfrm>
        </p:spPr>
        <p:txBody>
          <a:bodyPr anchor="b"/>
          <a:lstStyle>
            <a:lvl1pPr marL="0" indent="0">
              <a:buNone/>
              <a:defRPr sz="2000" b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10119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6215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2231136" y="3099816"/>
            <a:ext cx="377952" cy="283464"/>
          </a:xfrm>
          <a:prstGeom prst="ellipse">
            <a:avLst/>
          </a:prstGeom>
          <a:noFill/>
          <a:ln w="57150">
            <a:solidFill>
              <a:schemeClr val="accent6">
                <a:alpha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58395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9488" y="73152"/>
            <a:ext cx="8193024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Oval 7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Oval 12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63861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597408" y="1426464"/>
            <a:ext cx="5388864" cy="786384"/>
          </a:xfrm>
        </p:spPr>
        <p:txBody>
          <a:bodyPr anchor="b"/>
          <a:lstStyle>
            <a:lvl1pPr marL="0" indent="0">
              <a:buFont typeface="Arial" pitchFamily="34" charset="0"/>
              <a:buNone/>
              <a:defRPr sz="2400" b="1">
                <a:ln>
                  <a:solidFill>
                    <a:schemeClr val="accent2">
                      <a:lumMod val="50000"/>
                    </a:schemeClr>
                  </a:solidFill>
                </a:ln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7408" y="2240280"/>
            <a:ext cx="5401056" cy="377647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132576" y="1426464"/>
            <a:ext cx="5388864" cy="786384"/>
          </a:xfrm>
        </p:spPr>
        <p:txBody>
          <a:bodyPr anchor="b"/>
          <a:lstStyle>
            <a:lvl1pPr marL="0" indent="0">
              <a:buNone/>
              <a:defRPr sz="2400" b="1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32576" y="2240280"/>
            <a:ext cx="5401056" cy="377647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Oval 9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4" name="Oval 13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5" name="Oval 14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464" y="73152"/>
            <a:ext cx="9339072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20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6464" y="109728"/>
            <a:ext cx="9339072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Oval 5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Oval 6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59048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2330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 bwMode="gray">
          <a:xfrm>
            <a:off x="-7891" y="0"/>
            <a:ext cx="3206496" cy="1783080"/>
            <a:chOff x="-5918" y="0"/>
            <a:chExt cx="3089429" cy="2295395"/>
          </a:xfrm>
        </p:grpSpPr>
        <p:sp>
          <p:nvSpPr>
            <p:cNvPr id="8" name="Freeform 7"/>
            <p:cNvSpPr/>
            <p:nvPr userDrawn="1"/>
          </p:nvSpPr>
          <p:spPr bwMode="gray">
            <a:xfrm>
              <a:off x="1772575" y="0"/>
              <a:ext cx="1310936" cy="1115627"/>
            </a:xfrm>
            <a:custGeom>
              <a:avLst/>
              <a:gdLst>
                <a:gd name="connsiteX0" fmla="*/ 0 w 1310936"/>
                <a:gd name="connsiteY0" fmla="*/ 0 h 1115627"/>
                <a:gd name="connsiteX1" fmla="*/ 435006 w 1310936"/>
                <a:gd name="connsiteY1" fmla="*/ 1115627 h 1115627"/>
                <a:gd name="connsiteX2" fmla="*/ 1310936 w 1310936"/>
                <a:gd name="connsiteY2" fmla="*/ 645111 h 1115627"/>
                <a:gd name="connsiteX3" fmla="*/ 1222159 w 1310936"/>
                <a:gd name="connsiteY3" fmla="*/ 0 h 1115627"/>
                <a:gd name="connsiteX4" fmla="*/ 0 w 1310936"/>
                <a:gd name="connsiteY4" fmla="*/ 0 h 111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0936" h="1115627">
                  <a:moveTo>
                    <a:pt x="0" y="0"/>
                  </a:moveTo>
                  <a:lnTo>
                    <a:pt x="435006" y="1115627"/>
                  </a:lnTo>
                  <a:lnTo>
                    <a:pt x="1310936" y="645111"/>
                  </a:lnTo>
                  <a:lnTo>
                    <a:pt x="12221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8"/>
            <p:cNvSpPr/>
            <p:nvPr userDrawn="1"/>
          </p:nvSpPr>
          <p:spPr bwMode="gray">
            <a:xfrm>
              <a:off x="-5918" y="0"/>
              <a:ext cx="2019775" cy="1452979"/>
            </a:xfrm>
            <a:custGeom>
              <a:avLst/>
              <a:gdLst>
                <a:gd name="connsiteX0" fmla="*/ 0 w 2013857"/>
                <a:gd name="connsiteY0" fmla="*/ 10886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10886 h 1436914"/>
                <a:gd name="connsiteX0" fmla="*/ 0 w 2013857"/>
                <a:gd name="connsiteY0" fmla="*/ 2008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2008 h 1436914"/>
                <a:gd name="connsiteX0" fmla="*/ 5918 w 2019775"/>
                <a:gd name="connsiteY0" fmla="*/ 2008 h 1452979"/>
                <a:gd name="connsiteX1" fmla="*/ 5918 w 2019775"/>
                <a:gd name="connsiteY1" fmla="*/ 1436914 h 1452979"/>
                <a:gd name="connsiteX2" fmla="*/ 0 w 2019775"/>
                <a:gd name="connsiteY2" fmla="*/ 1452979 h 1452979"/>
                <a:gd name="connsiteX3" fmla="*/ 2019775 w 2019775"/>
                <a:gd name="connsiteY3" fmla="*/ 794657 h 1452979"/>
                <a:gd name="connsiteX4" fmla="*/ 1693204 w 2019775"/>
                <a:gd name="connsiteY4" fmla="*/ 0 h 1452979"/>
                <a:gd name="connsiteX5" fmla="*/ 5918 w 2019775"/>
                <a:gd name="connsiteY5" fmla="*/ 2008 h 1452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9775" h="1452979">
                  <a:moveTo>
                    <a:pt x="5918" y="2008"/>
                  </a:moveTo>
                  <a:lnTo>
                    <a:pt x="5918" y="1436914"/>
                  </a:lnTo>
                  <a:lnTo>
                    <a:pt x="0" y="1452979"/>
                  </a:lnTo>
                  <a:lnTo>
                    <a:pt x="2019775" y="794657"/>
                  </a:lnTo>
                  <a:lnTo>
                    <a:pt x="1693204" y="0"/>
                  </a:lnTo>
                  <a:lnTo>
                    <a:pt x="5918" y="200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 userDrawn="1"/>
          </p:nvSpPr>
          <p:spPr bwMode="gray">
            <a:xfrm>
              <a:off x="-3132" y="895611"/>
              <a:ext cx="2156565" cy="1399784"/>
            </a:xfrm>
            <a:custGeom>
              <a:avLst/>
              <a:gdLst>
                <a:gd name="connsiteX0" fmla="*/ 2048006 w 2148214"/>
                <a:gd name="connsiteY0" fmla="*/ 0 h 1399784"/>
                <a:gd name="connsiteX1" fmla="*/ 2148214 w 2148214"/>
                <a:gd name="connsiteY1" fmla="*/ 253652 h 1399784"/>
                <a:gd name="connsiteX2" fmla="*/ 0 w 2148214"/>
                <a:gd name="connsiteY2" fmla="*/ 1399784 h 1399784"/>
                <a:gd name="connsiteX3" fmla="*/ 0 w 2148214"/>
                <a:gd name="connsiteY3" fmla="*/ 676405 h 1399784"/>
                <a:gd name="connsiteX4" fmla="*/ 2048006 w 2148214"/>
                <a:gd name="connsiteY4" fmla="*/ 0 h 1399784"/>
                <a:gd name="connsiteX0" fmla="*/ 2048006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48006 w 2156565"/>
                <a:gd name="connsiteY4" fmla="*/ 0 h 1399784"/>
                <a:gd name="connsiteX0" fmla="*/ 2060532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60532 w 2156565"/>
                <a:gd name="connsiteY4" fmla="*/ 0 h 139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6565" h="1399784">
                  <a:moveTo>
                    <a:pt x="2060532" y="0"/>
                  </a:moveTo>
                  <a:lnTo>
                    <a:pt x="2156565" y="247389"/>
                  </a:lnTo>
                  <a:lnTo>
                    <a:pt x="0" y="1399784"/>
                  </a:lnTo>
                  <a:lnTo>
                    <a:pt x="0" y="676405"/>
                  </a:lnTo>
                  <a:lnTo>
                    <a:pt x="20605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4767071" y="411480"/>
            <a:ext cx="6864096" cy="1162050"/>
          </a:xfrm>
        </p:spPr>
        <p:txBody>
          <a:bodyPr anchor="b">
            <a:normAutofit/>
          </a:bodyPr>
          <a:lstStyle>
            <a:lvl1pPr algn="l"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664208"/>
            <a:ext cx="6815667" cy="470001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853440" y="1664208"/>
            <a:ext cx="3767328" cy="4690872"/>
          </a:xfrm>
          <a:solidFill>
            <a:schemeClr val="accent6">
              <a:lumMod val="60000"/>
              <a:lumOff val="40000"/>
            </a:schemeClr>
          </a:solidFill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56343" y="6583680"/>
            <a:ext cx="2844800" cy="22860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759200" y="6583680"/>
            <a:ext cx="6705600" cy="2286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Oval 10"/>
          <p:cNvSpPr/>
          <p:nvPr/>
        </p:nvSpPr>
        <p:spPr bwMode="gray">
          <a:xfrm>
            <a:off x="30114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36210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Oval 12"/>
          <p:cNvSpPr/>
          <p:nvPr/>
        </p:nvSpPr>
        <p:spPr bwMode="gray">
          <a:xfrm>
            <a:off x="4230624" y="1161288"/>
            <a:ext cx="377952" cy="283464"/>
          </a:xfrm>
          <a:prstGeom prst="ellipse">
            <a:avLst/>
          </a:prstGeom>
          <a:noFill/>
          <a:ln w="57150">
            <a:solidFill>
              <a:srgbClr val="C1C1C1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394728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1146048" y="502920"/>
            <a:ext cx="10204704" cy="566928"/>
          </a:xfrm>
        </p:spPr>
        <p:txBody>
          <a:bodyPr anchor="ctr">
            <a:normAutofit/>
          </a:bodyPr>
          <a:lstStyle>
            <a:lvl1pPr algn="l">
              <a:defRPr sz="2800" b="1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46048" y="1170432"/>
            <a:ext cx="10192512" cy="4114800"/>
          </a:xfrm>
          <a:solidFill>
            <a:schemeClr val="accent6">
              <a:lumMod val="20000"/>
              <a:lumOff val="80000"/>
            </a:schemeClr>
          </a:solidFill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black">
          <a:xfrm>
            <a:off x="1146048" y="5385816"/>
            <a:ext cx="10204704" cy="78638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Oval 7"/>
          <p:cNvSpPr/>
          <p:nvPr/>
        </p:nvSpPr>
        <p:spPr bwMode="gray">
          <a:xfrm>
            <a:off x="621792" y="658368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621792" y="5440680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50853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9488" y="128016"/>
            <a:ext cx="8193024" cy="1143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527048"/>
            <a:ext cx="10972800" cy="459943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Oval 6"/>
          <p:cNvSpPr/>
          <p:nvPr/>
        </p:nvSpPr>
        <p:spPr bwMode="gray">
          <a:xfrm>
            <a:off x="4023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Oval 7"/>
          <p:cNvSpPr/>
          <p:nvPr/>
        </p:nvSpPr>
        <p:spPr bwMode="gray">
          <a:xfrm>
            <a:off x="10119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9" name="Oval 8"/>
          <p:cNvSpPr/>
          <p:nvPr/>
        </p:nvSpPr>
        <p:spPr bwMode="gray">
          <a:xfrm>
            <a:off x="1621536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Oval 9"/>
          <p:cNvSpPr/>
          <p:nvPr/>
        </p:nvSpPr>
        <p:spPr bwMode="gray">
          <a:xfrm>
            <a:off x="101803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1" name="Oval 10"/>
          <p:cNvSpPr/>
          <p:nvPr/>
        </p:nvSpPr>
        <p:spPr bwMode="gray">
          <a:xfrm>
            <a:off x="107899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2" name="Oval 11"/>
          <p:cNvSpPr/>
          <p:nvPr/>
        </p:nvSpPr>
        <p:spPr bwMode="gray">
          <a:xfrm>
            <a:off x="11399520" y="530352"/>
            <a:ext cx="377952" cy="283464"/>
          </a:xfrm>
          <a:prstGeom prst="ellipse">
            <a:avLst/>
          </a:prstGeom>
          <a:noFill/>
          <a:ln w="57150">
            <a:solidFill>
              <a:srgbClr val="C1C1C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676784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/>
          <p:cNvSpPr/>
          <p:nvPr/>
        </p:nvSpPr>
        <p:spPr bwMode="gray">
          <a:xfrm flipH="1" flipV="1">
            <a:off x="9025831" y="6204296"/>
            <a:ext cx="1137093" cy="653704"/>
          </a:xfrm>
          <a:custGeom>
            <a:avLst/>
            <a:gdLst>
              <a:gd name="connsiteX0" fmla="*/ 0 w 1310936"/>
              <a:gd name="connsiteY0" fmla="*/ 0 h 1115627"/>
              <a:gd name="connsiteX1" fmla="*/ 435006 w 1310936"/>
              <a:gd name="connsiteY1" fmla="*/ 1115627 h 1115627"/>
              <a:gd name="connsiteX2" fmla="*/ 1310936 w 1310936"/>
              <a:gd name="connsiteY2" fmla="*/ 645111 h 1115627"/>
              <a:gd name="connsiteX3" fmla="*/ 1222159 w 1310936"/>
              <a:gd name="connsiteY3" fmla="*/ 0 h 1115627"/>
              <a:gd name="connsiteX4" fmla="*/ 0 w 1310936"/>
              <a:gd name="connsiteY4" fmla="*/ 0 h 1115627"/>
              <a:gd name="connsiteX0" fmla="*/ 0 w 1310936"/>
              <a:gd name="connsiteY0" fmla="*/ 0 h 1063415"/>
              <a:gd name="connsiteX1" fmla="*/ 414592 w 1310936"/>
              <a:gd name="connsiteY1" fmla="*/ 1063415 h 1063415"/>
              <a:gd name="connsiteX2" fmla="*/ 1310936 w 1310936"/>
              <a:gd name="connsiteY2" fmla="*/ 645111 h 1063415"/>
              <a:gd name="connsiteX3" fmla="*/ 1222159 w 1310936"/>
              <a:gd name="connsiteY3" fmla="*/ 0 h 1063415"/>
              <a:gd name="connsiteX4" fmla="*/ 0 w 1310936"/>
              <a:gd name="connsiteY4" fmla="*/ 0 h 1063415"/>
              <a:gd name="connsiteX0" fmla="*/ 0 w 1328969"/>
              <a:gd name="connsiteY0" fmla="*/ 0 h 1063415"/>
              <a:gd name="connsiteX1" fmla="*/ 414592 w 1328969"/>
              <a:gd name="connsiteY1" fmla="*/ 1063415 h 1063415"/>
              <a:gd name="connsiteX2" fmla="*/ 1328969 w 1328969"/>
              <a:gd name="connsiteY2" fmla="*/ 764808 h 1063415"/>
              <a:gd name="connsiteX3" fmla="*/ 1222159 w 1328969"/>
              <a:gd name="connsiteY3" fmla="*/ 0 h 1063415"/>
              <a:gd name="connsiteX4" fmla="*/ 0 w 1328969"/>
              <a:gd name="connsiteY4" fmla="*/ 0 h 1063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8969" h="1063415">
                <a:moveTo>
                  <a:pt x="0" y="0"/>
                </a:moveTo>
                <a:lnTo>
                  <a:pt x="414592" y="1063415"/>
                </a:lnTo>
                <a:lnTo>
                  <a:pt x="1328969" y="764808"/>
                </a:lnTo>
                <a:lnTo>
                  <a:pt x="1222159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3" name="Freeform 12"/>
          <p:cNvSpPr/>
          <p:nvPr/>
        </p:nvSpPr>
        <p:spPr bwMode="gray">
          <a:xfrm flipH="1" flipV="1">
            <a:off x="9882508" y="5623560"/>
            <a:ext cx="2316480" cy="1234440"/>
          </a:xfrm>
          <a:custGeom>
            <a:avLst/>
            <a:gdLst>
              <a:gd name="connsiteX0" fmla="*/ 0 w 2013857"/>
              <a:gd name="connsiteY0" fmla="*/ 10886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10886 h 1436914"/>
              <a:gd name="connsiteX0" fmla="*/ 0 w 2013857"/>
              <a:gd name="connsiteY0" fmla="*/ 2008 h 1436914"/>
              <a:gd name="connsiteX1" fmla="*/ 0 w 2013857"/>
              <a:gd name="connsiteY1" fmla="*/ 1436914 h 1436914"/>
              <a:gd name="connsiteX2" fmla="*/ 2013857 w 2013857"/>
              <a:gd name="connsiteY2" fmla="*/ 794657 h 1436914"/>
              <a:gd name="connsiteX3" fmla="*/ 1687286 w 2013857"/>
              <a:gd name="connsiteY3" fmla="*/ 0 h 1436914"/>
              <a:gd name="connsiteX4" fmla="*/ 0 w 2013857"/>
              <a:gd name="connsiteY4" fmla="*/ 2008 h 1436914"/>
              <a:gd name="connsiteX0" fmla="*/ 5918 w 2019775"/>
              <a:gd name="connsiteY0" fmla="*/ 2008 h 1452979"/>
              <a:gd name="connsiteX1" fmla="*/ 5918 w 2019775"/>
              <a:gd name="connsiteY1" fmla="*/ 1436914 h 1452979"/>
              <a:gd name="connsiteX2" fmla="*/ 0 w 2019775"/>
              <a:gd name="connsiteY2" fmla="*/ 1452979 h 1452979"/>
              <a:gd name="connsiteX3" fmla="*/ 2019775 w 2019775"/>
              <a:gd name="connsiteY3" fmla="*/ 794657 h 1452979"/>
              <a:gd name="connsiteX4" fmla="*/ 1693204 w 2019775"/>
              <a:gd name="connsiteY4" fmla="*/ 0 h 1452979"/>
              <a:gd name="connsiteX5" fmla="*/ 5918 w 2019775"/>
              <a:gd name="connsiteY5" fmla="*/ 2008 h 1452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9775" h="1452979">
                <a:moveTo>
                  <a:pt x="5918" y="2008"/>
                </a:moveTo>
                <a:lnTo>
                  <a:pt x="5918" y="1436914"/>
                </a:lnTo>
                <a:lnTo>
                  <a:pt x="0" y="1452979"/>
                </a:lnTo>
                <a:lnTo>
                  <a:pt x="2019775" y="794657"/>
                </a:lnTo>
                <a:lnTo>
                  <a:pt x="1693204" y="0"/>
                </a:lnTo>
                <a:lnTo>
                  <a:pt x="5918" y="200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7" name="Group 6"/>
          <p:cNvGrpSpPr/>
          <p:nvPr/>
        </p:nvGrpSpPr>
        <p:grpSpPr bwMode="gray">
          <a:xfrm>
            <a:off x="-7891" y="0"/>
            <a:ext cx="3206496" cy="1783080"/>
            <a:chOff x="-5918" y="0"/>
            <a:chExt cx="3089429" cy="2295395"/>
          </a:xfrm>
        </p:grpSpPr>
        <p:sp>
          <p:nvSpPr>
            <p:cNvPr id="8" name="Freeform 7"/>
            <p:cNvSpPr/>
            <p:nvPr userDrawn="1"/>
          </p:nvSpPr>
          <p:spPr bwMode="gray">
            <a:xfrm>
              <a:off x="1772575" y="0"/>
              <a:ext cx="1310936" cy="1115627"/>
            </a:xfrm>
            <a:custGeom>
              <a:avLst/>
              <a:gdLst>
                <a:gd name="connsiteX0" fmla="*/ 0 w 1310936"/>
                <a:gd name="connsiteY0" fmla="*/ 0 h 1115627"/>
                <a:gd name="connsiteX1" fmla="*/ 435006 w 1310936"/>
                <a:gd name="connsiteY1" fmla="*/ 1115627 h 1115627"/>
                <a:gd name="connsiteX2" fmla="*/ 1310936 w 1310936"/>
                <a:gd name="connsiteY2" fmla="*/ 645111 h 1115627"/>
                <a:gd name="connsiteX3" fmla="*/ 1222159 w 1310936"/>
                <a:gd name="connsiteY3" fmla="*/ 0 h 1115627"/>
                <a:gd name="connsiteX4" fmla="*/ 0 w 1310936"/>
                <a:gd name="connsiteY4" fmla="*/ 0 h 111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0936" h="1115627">
                  <a:moveTo>
                    <a:pt x="0" y="0"/>
                  </a:moveTo>
                  <a:lnTo>
                    <a:pt x="435006" y="1115627"/>
                  </a:lnTo>
                  <a:lnTo>
                    <a:pt x="1310936" y="645111"/>
                  </a:lnTo>
                  <a:lnTo>
                    <a:pt x="122215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8"/>
            <p:cNvSpPr/>
            <p:nvPr userDrawn="1"/>
          </p:nvSpPr>
          <p:spPr bwMode="gray">
            <a:xfrm>
              <a:off x="-5918" y="0"/>
              <a:ext cx="2019775" cy="1452979"/>
            </a:xfrm>
            <a:custGeom>
              <a:avLst/>
              <a:gdLst>
                <a:gd name="connsiteX0" fmla="*/ 0 w 2013857"/>
                <a:gd name="connsiteY0" fmla="*/ 10886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10886 h 1436914"/>
                <a:gd name="connsiteX0" fmla="*/ 0 w 2013857"/>
                <a:gd name="connsiteY0" fmla="*/ 2008 h 1436914"/>
                <a:gd name="connsiteX1" fmla="*/ 0 w 2013857"/>
                <a:gd name="connsiteY1" fmla="*/ 1436914 h 1436914"/>
                <a:gd name="connsiteX2" fmla="*/ 2013857 w 2013857"/>
                <a:gd name="connsiteY2" fmla="*/ 794657 h 1436914"/>
                <a:gd name="connsiteX3" fmla="*/ 1687286 w 2013857"/>
                <a:gd name="connsiteY3" fmla="*/ 0 h 1436914"/>
                <a:gd name="connsiteX4" fmla="*/ 0 w 2013857"/>
                <a:gd name="connsiteY4" fmla="*/ 2008 h 1436914"/>
                <a:gd name="connsiteX0" fmla="*/ 5918 w 2019775"/>
                <a:gd name="connsiteY0" fmla="*/ 2008 h 1452979"/>
                <a:gd name="connsiteX1" fmla="*/ 5918 w 2019775"/>
                <a:gd name="connsiteY1" fmla="*/ 1436914 h 1452979"/>
                <a:gd name="connsiteX2" fmla="*/ 0 w 2019775"/>
                <a:gd name="connsiteY2" fmla="*/ 1452979 h 1452979"/>
                <a:gd name="connsiteX3" fmla="*/ 2019775 w 2019775"/>
                <a:gd name="connsiteY3" fmla="*/ 794657 h 1452979"/>
                <a:gd name="connsiteX4" fmla="*/ 1693204 w 2019775"/>
                <a:gd name="connsiteY4" fmla="*/ 0 h 1452979"/>
                <a:gd name="connsiteX5" fmla="*/ 5918 w 2019775"/>
                <a:gd name="connsiteY5" fmla="*/ 2008 h 14529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9775" h="1452979">
                  <a:moveTo>
                    <a:pt x="5918" y="2008"/>
                  </a:moveTo>
                  <a:lnTo>
                    <a:pt x="5918" y="1436914"/>
                  </a:lnTo>
                  <a:lnTo>
                    <a:pt x="0" y="1452979"/>
                  </a:lnTo>
                  <a:lnTo>
                    <a:pt x="2019775" y="794657"/>
                  </a:lnTo>
                  <a:lnTo>
                    <a:pt x="1693204" y="0"/>
                  </a:lnTo>
                  <a:lnTo>
                    <a:pt x="5918" y="2008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 userDrawn="1"/>
          </p:nvSpPr>
          <p:spPr bwMode="gray">
            <a:xfrm>
              <a:off x="-3132" y="895611"/>
              <a:ext cx="2156565" cy="1399784"/>
            </a:xfrm>
            <a:custGeom>
              <a:avLst/>
              <a:gdLst>
                <a:gd name="connsiteX0" fmla="*/ 2048006 w 2148214"/>
                <a:gd name="connsiteY0" fmla="*/ 0 h 1399784"/>
                <a:gd name="connsiteX1" fmla="*/ 2148214 w 2148214"/>
                <a:gd name="connsiteY1" fmla="*/ 253652 h 1399784"/>
                <a:gd name="connsiteX2" fmla="*/ 0 w 2148214"/>
                <a:gd name="connsiteY2" fmla="*/ 1399784 h 1399784"/>
                <a:gd name="connsiteX3" fmla="*/ 0 w 2148214"/>
                <a:gd name="connsiteY3" fmla="*/ 676405 h 1399784"/>
                <a:gd name="connsiteX4" fmla="*/ 2048006 w 2148214"/>
                <a:gd name="connsiteY4" fmla="*/ 0 h 1399784"/>
                <a:gd name="connsiteX0" fmla="*/ 2048006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48006 w 2156565"/>
                <a:gd name="connsiteY4" fmla="*/ 0 h 1399784"/>
                <a:gd name="connsiteX0" fmla="*/ 2060532 w 2156565"/>
                <a:gd name="connsiteY0" fmla="*/ 0 h 1399784"/>
                <a:gd name="connsiteX1" fmla="*/ 2156565 w 2156565"/>
                <a:gd name="connsiteY1" fmla="*/ 247389 h 1399784"/>
                <a:gd name="connsiteX2" fmla="*/ 0 w 2156565"/>
                <a:gd name="connsiteY2" fmla="*/ 1399784 h 1399784"/>
                <a:gd name="connsiteX3" fmla="*/ 0 w 2156565"/>
                <a:gd name="connsiteY3" fmla="*/ 676405 h 1399784"/>
                <a:gd name="connsiteX4" fmla="*/ 2060532 w 2156565"/>
                <a:gd name="connsiteY4" fmla="*/ 0 h 1399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56565" h="1399784">
                  <a:moveTo>
                    <a:pt x="2060532" y="0"/>
                  </a:moveTo>
                  <a:lnTo>
                    <a:pt x="2156565" y="247389"/>
                  </a:lnTo>
                  <a:lnTo>
                    <a:pt x="0" y="1399784"/>
                  </a:lnTo>
                  <a:lnTo>
                    <a:pt x="0" y="676405"/>
                  </a:lnTo>
                  <a:lnTo>
                    <a:pt x="206053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gray">
          <a:xfrm>
            <a:off x="9339072" y="274639"/>
            <a:ext cx="2243328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>
          <a:xfrm>
            <a:off x="609600" y="274639"/>
            <a:ext cx="85344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609600" y="6583680"/>
            <a:ext cx="2844800" cy="228600"/>
          </a:xfrm>
        </p:spPr>
        <p:txBody>
          <a:bodyPr/>
          <a:lstStyle/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>
            <a:off x="3560064" y="6583680"/>
            <a:ext cx="5486400" cy="2286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>
          <a:xfrm>
            <a:off x="9351264" y="6583680"/>
            <a:ext cx="609600" cy="228600"/>
          </a:xfrm>
        </p:spPr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2626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16" name="Freeform 15"/>
          <p:cNvSpPr/>
          <p:nvPr/>
        </p:nvSpPr>
        <p:spPr bwMode="gray">
          <a:xfrm>
            <a:off x="-1" y="6229431"/>
            <a:ext cx="1822764" cy="209846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67073" h="209846">
                <a:moveTo>
                  <a:pt x="0" y="0"/>
                </a:moveTo>
                <a:lnTo>
                  <a:pt x="1230086" y="21771"/>
                </a:lnTo>
                <a:lnTo>
                  <a:pt x="1367073" y="143886"/>
                </a:lnTo>
                <a:lnTo>
                  <a:pt x="521760" y="146472"/>
                </a:lnTo>
                <a:lnTo>
                  <a:pt x="507856" y="209846"/>
                </a:lnTo>
                <a:lnTo>
                  <a:pt x="1833" y="20833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7" name="Freeform 16"/>
          <p:cNvSpPr/>
          <p:nvPr/>
        </p:nvSpPr>
        <p:spPr bwMode="gray">
          <a:xfrm>
            <a:off x="749" y="6469524"/>
            <a:ext cx="1451972" cy="388477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88979" h="388477">
                <a:moveTo>
                  <a:pt x="310" y="697"/>
                </a:moveTo>
                <a:lnTo>
                  <a:pt x="498339" y="0"/>
                </a:lnTo>
                <a:lnTo>
                  <a:pt x="464654" y="104880"/>
                </a:lnTo>
                <a:lnTo>
                  <a:pt x="1028546" y="104448"/>
                </a:lnTo>
                <a:lnTo>
                  <a:pt x="1088979" y="388477"/>
                </a:lnTo>
                <a:lnTo>
                  <a:pt x="1035" y="386331"/>
                </a:lnTo>
                <a:cubicBezTo>
                  <a:pt x="0" y="256993"/>
                  <a:pt x="1345" y="130035"/>
                  <a:pt x="310" y="69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8" name="Freeform 17"/>
          <p:cNvSpPr/>
          <p:nvPr/>
        </p:nvSpPr>
        <p:spPr bwMode="gray">
          <a:xfrm>
            <a:off x="668880" y="6389202"/>
            <a:ext cx="6048469" cy="160684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36352" h="369387">
                <a:moveTo>
                  <a:pt x="48436" y="0"/>
                </a:moveTo>
                <a:lnTo>
                  <a:pt x="4536352" y="26326"/>
                </a:lnTo>
                <a:lnTo>
                  <a:pt x="4472120" y="299405"/>
                </a:lnTo>
                <a:lnTo>
                  <a:pt x="0" y="369388"/>
                </a:lnTo>
                <a:lnTo>
                  <a:pt x="48436" y="0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9" name="Freeform 18"/>
          <p:cNvSpPr/>
          <p:nvPr/>
        </p:nvSpPr>
        <p:spPr bwMode="gray">
          <a:xfrm>
            <a:off x="1411361" y="6550388"/>
            <a:ext cx="9519352" cy="318498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48436 w 4536352"/>
              <a:gd name="connsiteY0" fmla="*/ 0 h 369388"/>
              <a:gd name="connsiteX1" fmla="*/ 4536352 w 4536352"/>
              <a:gd name="connsiteY1" fmla="*/ 26326 h 369388"/>
              <a:gd name="connsiteX2" fmla="*/ 4507345 w 4536352"/>
              <a:gd name="connsiteY2" fmla="*/ 341536 h 369388"/>
              <a:gd name="connsiteX3" fmla="*/ 0 w 4536352"/>
              <a:gd name="connsiteY3" fmla="*/ 369388 h 369388"/>
              <a:gd name="connsiteX4" fmla="*/ 48436 w 4536352"/>
              <a:gd name="connsiteY4" fmla="*/ 0 h 369388"/>
              <a:gd name="connsiteX0" fmla="*/ 0 w 4601879"/>
              <a:gd name="connsiteY0" fmla="*/ 52440 h 343062"/>
              <a:gd name="connsiteX1" fmla="*/ 4601879 w 4601879"/>
              <a:gd name="connsiteY1" fmla="*/ 0 h 343062"/>
              <a:gd name="connsiteX2" fmla="*/ 4572872 w 4601879"/>
              <a:gd name="connsiteY2" fmla="*/ 315210 h 343062"/>
              <a:gd name="connsiteX3" fmla="*/ 65527 w 4601879"/>
              <a:gd name="connsiteY3" fmla="*/ 343062 h 343062"/>
              <a:gd name="connsiteX4" fmla="*/ 0 w 4601879"/>
              <a:gd name="connsiteY4" fmla="*/ 52440 h 343062"/>
              <a:gd name="connsiteX0" fmla="*/ 0 w 4563837"/>
              <a:gd name="connsiteY0" fmla="*/ 22845 h 343062"/>
              <a:gd name="connsiteX1" fmla="*/ 4563837 w 4563837"/>
              <a:gd name="connsiteY1" fmla="*/ 0 h 343062"/>
              <a:gd name="connsiteX2" fmla="*/ 4534830 w 4563837"/>
              <a:gd name="connsiteY2" fmla="*/ 315210 h 343062"/>
              <a:gd name="connsiteX3" fmla="*/ 27485 w 4563837"/>
              <a:gd name="connsiteY3" fmla="*/ 343062 h 343062"/>
              <a:gd name="connsiteX4" fmla="*/ 0 w 4563837"/>
              <a:gd name="connsiteY4" fmla="*/ 22845 h 343062"/>
              <a:gd name="connsiteX0" fmla="*/ 0 w 4563837"/>
              <a:gd name="connsiteY0" fmla="*/ 22845 h 332300"/>
              <a:gd name="connsiteX1" fmla="*/ 4563837 w 4563837"/>
              <a:gd name="connsiteY1" fmla="*/ 0 h 332300"/>
              <a:gd name="connsiteX2" fmla="*/ 4534830 w 4563837"/>
              <a:gd name="connsiteY2" fmla="*/ 315210 h 332300"/>
              <a:gd name="connsiteX3" fmla="*/ 32050 w 4563837"/>
              <a:gd name="connsiteY3" fmla="*/ 332300 h 332300"/>
              <a:gd name="connsiteX4" fmla="*/ 0 w 4563837"/>
              <a:gd name="connsiteY4" fmla="*/ 22845 h 332300"/>
              <a:gd name="connsiteX0" fmla="*/ 0 w 4563837"/>
              <a:gd name="connsiteY0" fmla="*/ 22845 h 332300"/>
              <a:gd name="connsiteX1" fmla="*/ 4563837 w 4563837"/>
              <a:gd name="connsiteY1" fmla="*/ 0 h 332300"/>
              <a:gd name="connsiteX2" fmla="*/ 4512005 w 4563837"/>
              <a:gd name="connsiteY2" fmla="*/ 328662 h 332300"/>
              <a:gd name="connsiteX3" fmla="*/ 32050 w 4563837"/>
              <a:gd name="connsiteY3" fmla="*/ 332300 h 332300"/>
              <a:gd name="connsiteX4" fmla="*/ 0 w 4563837"/>
              <a:gd name="connsiteY4" fmla="*/ 22845 h 332300"/>
              <a:gd name="connsiteX0" fmla="*/ 0 w 4562315"/>
              <a:gd name="connsiteY0" fmla="*/ 30917 h 340372"/>
              <a:gd name="connsiteX1" fmla="*/ 4562315 w 4562315"/>
              <a:gd name="connsiteY1" fmla="*/ 0 h 340372"/>
              <a:gd name="connsiteX2" fmla="*/ 4512005 w 4562315"/>
              <a:gd name="connsiteY2" fmla="*/ 336734 h 340372"/>
              <a:gd name="connsiteX3" fmla="*/ 32050 w 4562315"/>
              <a:gd name="connsiteY3" fmla="*/ 340372 h 340372"/>
              <a:gd name="connsiteX4" fmla="*/ 0 w 4562315"/>
              <a:gd name="connsiteY4" fmla="*/ 30917 h 340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62315" h="340372">
                <a:moveTo>
                  <a:pt x="0" y="30917"/>
                </a:moveTo>
                <a:lnTo>
                  <a:pt x="4562315" y="0"/>
                </a:lnTo>
                <a:lnTo>
                  <a:pt x="4512005" y="336734"/>
                </a:lnTo>
                <a:lnTo>
                  <a:pt x="32050" y="340372"/>
                </a:lnTo>
                <a:lnTo>
                  <a:pt x="0" y="30917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0" name="Freeform 19"/>
          <p:cNvSpPr/>
          <p:nvPr/>
        </p:nvSpPr>
        <p:spPr bwMode="gray">
          <a:xfrm>
            <a:off x="6673851" y="6324681"/>
            <a:ext cx="1569095" cy="200026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670581" h="323214">
                <a:moveTo>
                  <a:pt x="379208" y="-1"/>
                </a:moveTo>
                <a:lnTo>
                  <a:pt x="4545802" y="53258"/>
                </a:lnTo>
                <a:lnTo>
                  <a:pt x="4670581" y="310948"/>
                </a:lnTo>
                <a:lnTo>
                  <a:pt x="0" y="323214"/>
                </a:lnTo>
                <a:lnTo>
                  <a:pt x="379208" y="-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1" name="Freeform 20"/>
          <p:cNvSpPr/>
          <p:nvPr/>
        </p:nvSpPr>
        <p:spPr bwMode="gray">
          <a:xfrm>
            <a:off x="8224171" y="6353256"/>
            <a:ext cx="3290141" cy="166689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9574" h="269345">
                <a:moveTo>
                  <a:pt x="0" y="-1"/>
                </a:moveTo>
                <a:lnTo>
                  <a:pt x="5289574" y="22476"/>
                </a:lnTo>
                <a:lnTo>
                  <a:pt x="4715043" y="237841"/>
                </a:lnTo>
                <a:lnTo>
                  <a:pt x="90402" y="269345"/>
                </a:lnTo>
                <a:lnTo>
                  <a:pt x="0" y="-1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2" name="Freeform 21"/>
          <p:cNvSpPr/>
          <p:nvPr/>
        </p:nvSpPr>
        <p:spPr bwMode="gray">
          <a:xfrm>
            <a:off x="11223081" y="6360400"/>
            <a:ext cx="791120" cy="149573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  <a:gd name="connsiteX0" fmla="*/ 0 w 7532923"/>
              <a:gd name="connsiteY0" fmla="*/ 1 h 269347"/>
              <a:gd name="connsiteX1" fmla="*/ 7532923 w 7532923"/>
              <a:gd name="connsiteY1" fmla="*/ 3240 h 269347"/>
              <a:gd name="connsiteX2" fmla="*/ 4715043 w 7532923"/>
              <a:gd name="connsiteY2" fmla="*/ 237843 h 269347"/>
              <a:gd name="connsiteX3" fmla="*/ 90402 w 7532923"/>
              <a:gd name="connsiteY3" fmla="*/ 269347 h 269347"/>
              <a:gd name="connsiteX4" fmla="*/ 0 w 7532923"/>
              <a:gd name="connsiteY4" fmla="*/ 1 h 269347"/>
              <a:gd name="connsiteX0" fmla="*/ 4254606 w 7442522"/>
              <a:gd name="connsiteY0" fmla="*/ 0 h 273193"/>
              <a:gd name="connsiteX1" fmla="*/ 7442522 w 7442522"/>
              <a:gd name="connsiteY1" fmla="*/ 7086 h 273193"/>
              <a:gd name="connsiteX2" fmla="*/ 4624642 w 7442522"/>
              <a:gd name="connsiteY2" fmla="*/ 241689 h 273193"/>
              <a:gd name="connsiteX3" fmla="*/ 1 w 7442522"/>
              <a:gd name="connsiteY3" fmla="*/ 273193 h 273193"/>
              <a:gd name="connsiteX4" fmla="*/ 4254606 w 7442522"/>
              <a:gd name="connsiteY4" fmla="*/ 0 h 273193"/>
              <a:gd name="connsiteX0" fmla="*/ 2696066 w 5883982"/>
              <a:gd name="connsiteY0" fmla="*/ 0 h 241689"/>
              <a:gd name="connsiteX1" fmla="*/ 5883982 w 5883982"/>
              <a:gd name="connsiteY1" fmla="*/ 7086 h 241689"/>
              <a:gd name="connsiteX2" fmla="*/ 3066102 w 5883982"/>
              <a:gd name="connsiteY2" fmla="*/ 241689 h 241689"/>
              <a:gd name="connsiteX3" fmla="*/ 0 w 5883982"/>
              <a:gd name="connsiteY3" fmla="*/ 238564 h 241689"/>
              <a:gd name="connsiteX4" fmla="*/ 2696066 w 5883982"/>
              <a:gd name="connsiteY4" fmla="*/ 0 h 241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883982" h="241689">
                <a:moveTo>
                  <a:pt x="2696066" y="0"/>
                </a:moveTo>
                <a:lnTo>
                  <a:pt x="5883982" y="7086"/>
                </a:lnTo>
                <a:lnTo>
                  <a:pt x="3066102" y="241689"/>
                </a:lnTo>
                <a:lnTo>
                  <a:pt x="0" y="238564"/>
                </a:lnTo>
                <a:lnTo>
                  <a:pt x="2696066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3" name="Freeform 22"/>
          <p:cNvSpPr/>
          <p:nvPr/>
        </p:nvSpPr>
        <p:spPr bwMode="gray">
          <a:xfrm>
            <a:off x="10883358" y="6362781"/>
            <a:ext cx="1307596" cy="495219"/>
          </a:xfrm>
          <a:custGeom>
            <a:avLst/>
            <a:gdLst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71600"/>
              <a:gd name="connsiteY0" fmla="*/ 0 h 206828"/>
              <a:gd name="connsiteX1" fmla="*/ 1230086 w 1371600"/>
              <a:gd name="connsiteY1" fmla="*/ 21771 h 206828"/>
              <a:gd name="connsiteX2" fmla="*/ 1371600 w 1371600"/>
              <a:gd name="connsiteY2" fmla="*/ 119743 h 206828"/>
              <a:gd name="connsiteX3" fmla="*/ 522515 w 1371600"/>
              <a:gd name="connsiteY3" fmla="*/ 130628 h 206828"/>
              <a:gd name="connsiteX4" fmla="*/ 511629 w 1371600"/>
              <a:gd name="connsiteY4" fmla="*/ 206828 h 206828"/>
              <a:gd name="connsiteX5" fmla="*/ 10886 w 1371600"/>
              <a:gd name="connsiteY5" fmla="*/ 206828 h 206828"/>
              <a:gd name="connsiteX6" fmla="*/ 0 w 1371600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2515 w 1367073"/>
              <a:gd name="connsiteY3" fmla="*/ 130628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511629 w 1367073"/>
              <a:gd name="connsiteY4" fmla="*/ 206828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8180 w 1367073"/>
              <a:gd name="connsiteY3" fmla="*/ 135909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02899 w 1367073"/>
              <a:gd name="connsiteY3" fmla="*/ 135155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6828"/>
              <a:gd name="connsiteX1" fmla="*/ 1230086 w 1367073"/>
              <a:gd name="connsiteY1" fmla="*/ 21771 h 206828"/>
              <a:gd name="connsiteX2" fmla="*/ 1367073 w 1367073"/>
              <a:gd name="connsiteY2" fmla="*/ 143886 h 206828"/>
              <a:gd name="connsiteX3" fmla="*/ 521760 w 1367073"/>
              <a:gd name="connsiteY3" fmla="*/ 146472 h 206828"/>
              <a:gd name="connsiteX4" fmla="*/ 430902 w 1367073"/>
              <a:gd name="connsiteY4" fmla="*/ 205319 h 206828"/>
              <a:gd name="connsiteX5" fmla="*/ 10886 w 1367073"/>
              <a:gd name="connsiteY5" fmla="*/ 206828 h 206828"/>
              <a:gd name="connsiteX6" fmla="*/ 0 w 1367073"/>
              <a:gd name="connsiteY6" fmla="*/ 0 h 206828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0886 w 1367073"/>
              <a:gd name="connsiteY5" fmla="*/ 206828 h 209846"/>
              <a:gd name="connsiteX6" fmla="*/ 0 w 1367073"/>
              <a:gd name="connsiteY6" fmla="*/ 0 h 209846"/>
              <a:gd name="connsiteX0" fmla="*/ 0 w 1367073"/>
              <a:gd name="connsiteY0" fmla="*/ 0 h 209846"/>
              <a:gd name="connsiteX1" fmla="*/ 1230086 w 1367073"/>
              <a:gd name="connsiteY1" fmla="*/ 21771 h 209846"/>
              <a:gd name="connsiteX2" fmla="*/ 1367073 w 1367073"/>
              <a:gd name="connsiteY2" fmla="*/ 143886 h 209846"/>
              <a:gd name="connsiteX3" fmla="*/ 521760 w 1367073"/>
              <a:gd name="connsiteY3" fmla="*/ 146472 h 209846"/>
              <a:gd name="connsiteX4" fmla="*/ 507856 w 1367073"/>
              <a:gd name="connsiteY4" fmla="*/ 209846 h 209846"/>
              <a:gd name="connsiteX5" fmla="*/ 1833 w 1367073"/>
              <a:gd name="connsiteY5" fmla="*/ 208337 h 209846"/>
              <a:gd name="connsiteX6" fmla="*/ 0 w 1367073"/>
              <a:gd name="connsiteY6" fmla="*/ 0 h 209846"/>
              <a:gd name="connsiteX0" fmla="*/ 0 w 1367073"/>
              <a:gd name="connsiteY0" fmla="*/ 0 h 385634"/>
              <a:gd name="connsiteX1" fmla="*/ 1230086 w 1367073"/>
              <a:gd name="connsiteY1" fmla="*/ 21771 h 385634"/>
              <a:gd name="connsiteX2" fmla="*/ 1367073 w 1367073"/>
              <a:gd name="connsiteY2" fmla="*/ 143886 h 385634"/>
              <a:gd name="connsiteX3" fmla="*/ 521760 w 1367073"/>
              <a:gd name="connsiteY3" fmla="*/ 146472 h 385634"/>
              <a:gd name="connsiteX4" fmla="*/ 507856 w 1367073"/>
              <a:gd name="connsiteY4" fmla="*/ 209846 h 385634"/>
              <a:gd name="connsiteX5" fmla="*/ 7869 w 1367073"/>
              <a:gd name="connsiteY5" fmla="*/ 385634 h 385634"/>
              <a:gd name="connsiteX6" fmla="*/ 0 w 1367073"/>
              <a:gd name="connsiteY6" fmla="*/ 0 h 385634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521760 w 1367073"/>
              <a:gd name="connsiteY3" fmla="*/ 146472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367073"/>
              <a:gd name="connsiteY0" fmla="*/ 0 h 390161"/>
              <a:gd name="connsiteX1" fmla="*/ 1230086 w 1367073"/>
              <a:gd name="connsiteY1" fmla="*/ 21771 h 390161"/>
              <a:gd name="connsiteX2" fmla="*/ 1367073 w 1367073"/>
              <a:gd name="connsiteY2" fmla="*/ 143886 h 390161"/>
              <a:gd name="connsiteX3" fmla="*/ 1023473 w 1367073"/>
              <a:gd name="connsiteY3" fmla="*/ 113276 h 390161"/>
              <a:gd name="connsiteX4" fmla="*/ 1091050 w 1367073"/>
              <a:gd name="connsiteY4" fmla="*/ 390161 h 390161"/>
              <a:gd name="connsiteX5" fmla="*/ 7869 w 1367073"/>
              <a:gd name="connsiteY5" fmla="*/ 385634 h 390161"/>
              <a:gd name="connsiteX6" fmla="*/ 0 w 1367073"/>
              <a:gd name="connsiteY6" fmla="*/ 0 h 390161"/>
              <a:gd name="connsiteX0" fmla="*/ 0 w 1230086"/>
              <a:gd name="connsiteY0" fmla="*/ 0 h 390161"/>
              <a:gd name="connsiteX1" fmla="*/ 1230086 w 1230086"/>
              <a:gd name="connsiteY1" fmla="*/ 21771 h 390161"/>
              <a:gd name="connsiteX2" fmla="*/ 457200 w 1230086"/>
              <a:gd name="connsiteY2" fmla="*/ 113708 h 390161"/>
              <a:gd name="connsiteX3" fmla="*/ 1023473 w 1230086"/>
              <a:gd name="connsiteY3" fmla="*/ 113276 h 390161"/>
              <a:gd name="connsiteX4" fmla="*/ 1091050 w 1230086"/>
              <a:gd name="connsiteY4" fmla="*/ 390161 h 390161"/>
              <a:gd name="connsiteX5" fmla="*/ 7869 w 1230086"/>
              <a:gd name="connsiteY5" fmla="*/ 385634 h 390161"/>
              <a:gd name="connsiteX6" fmla="*/ 0 w 1230086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23473 w 1091050"/>
              <a:gd name="connsiteY3" fmla="*/ 113276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57200 w 1091050"/>
              <a:gd name="connsiteY2" fmla="*/ 113708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2791 w 1091050"/>
              <a:gd name="connsiteY1" fmla="*/ 11209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7869 w 1091050"/>
              <a:gd name="connsiteY5" fmla="*/ 385634 h 390161"/>
              <a:gd name="connsiteX6" fmla="*/ 0 w 1091050"/>
              <a:gd name="connsiteY6" fmla="*/ 0 h 390161"/>
              <a:gd name="connsiteX0" fmla="*/ 0 w 1091050"/>
              <a:gd name="connsiteY0" fmla="*/ 0 h 390161"/>
              <a:gd name="connsiteX1" fmla="*/ 500410 w 1091050"/>
              <a:gd name="connsiteY1" fmla="*/ 1684 h 390161"/>
              <a:gd name="connsiteX2" fmla="*/ 466725 w 1091050"/>
              <a:gd name="connsiteY2" fmla="*/ 106564 h 390161"/>
              <a:gd name="connsiteX3" fmla="*/ 1030617 w 1091050"/>
              <a:gd name="connsiteY3" fmla="*/ 106132 h 390161"/>
              <a:gd name="connsiteX4" fmla="*/ 1091050 w 1091050"/>
              <a:gd name="connsiteY4" fmla="*/ 390161 h 390161"/>
              <a:gd name="connsiteX5" fmla="*/ 3106 w 1091050"/>
              <a:gd name="connsiteY5" fmla="*/ 388015 h 390161"/>
              <a:gd name="connsiteX6" fmla="*/ 0 w 1091050"/>
              <a:gd name="connsiteY6" fmla="*/ 0 h 390161"/>
              <a:gd name="connsiteX0" fmla="*/ 2692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2692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464654 w 1088979"/>
              <a:gd name="connsiteY2" fmla="*/ 104880 h 388477"/>
              <a:gd name="connsiteX3" fmla="*/ 1028546 w 1088979"/>
              <a:gd name="connsiteY3" fmla="*/ 104448 h 388477"/>
              <a:gd name="connsiteX4" fmla="*/ 1088979 w 1088979"/>
              <a:gd name="connsiteY4" fmla="*/ 388477 h 388477"/>
              <a:gd name="connsiteX5" fmla="*/ 1035 w 1088979"/>
              <a:gd name="connsiteY5" fmla="*/ 386331 h 388477"/>
              <a:gd name="connsiteX6" fmla="*/ 310 w 1088979"/>
              <a:gd name="connsiteY6" fmla="*/ 697 h 388477"/>
              <a:gd name="connsiteX0" fmla="*/ 310 w 1088979"/>
              <a:gd name="connsiteY0" fmla="*/ 697 h 388477"/>
              <a:gd name="connsiteX1" fmla="*/ 498339 w 1088979"/>
              <a:gd name="connsiteY1" fmla="*/ 0 h 388477"/>
              <a:gd name="connsiteX2" fmla="*/ 1028546 w 1088979"/>
              <a:gd name="connsiteY2" fmla="*/ 104448 h 388477"/>
              <a:gd name="connsiteX3" fmla="*/ 1088979 w 1088979"/>
              <a:gd name="connsiteY3" fmla="*/ 388477 h 388477"/>
              <a:gd name="connsiteX4" fmla="*/ 1035 w 1088979"/>
              <a:gd name="connsiteY4" fmla="*/ 386331 h 388477"/>
              <a:gd name="connsiteX5" fmla="*/ 310 w 1088979"/>
              <a:gd name="connsiteY5" fmla="*/ 697 h 388477"/>
              <a:gd name="connsiteX0" fmla="*/ 310 w 1088979"/>
              <a:gd name="connsiteY0" fmla="*/ 0 h 387780"/>
              <a:gd name="connsiteX1" fmla="*/ 1028546 w 1088979"/>
              <a:gd name="connsiteY1" fmla="*/ 103751 h 387780"/>
              <a:gd name="connsiteX2" fmla="*/ 1088979 w 1088979"/>
              <a:gd name="connsiteY2" fmla="*/ 387780 h 387780"/>
              <a:gd name="connsiteX3" fmla="*/ 1035 w 1088979"/>
              <a:gd name="connsiteY3" fmla="*/ 385634 h 387780"/>
              <a:gd name="connsiteX4" fmla="*/ 310 w 1088979"/>
              <a:gd name="connsiteY4" fmla="*/ 0 h 387780"/>
              <a:gd name="connsiteX0" fmla="*/ 49471 w 1088979"/>
              <a:gd name="connsiteY0" fmla="*/ 0 h 393431"/>
              <a:gd name="connsiteX1" fmla="*/ 1028546 w 1088979"/>
              <a:gd name="connsiteY1" fmla="*/ 109402 h 393431"/>
              <a:gd name="connsiteX2" fmla="*/ 1088979 w 1088979"/>
              <a:gd name="connsiteY2" fmla="*/ 393431 h 393431"/>
              <a:gd name="connsiteX3" fmla="*/ 1035 w 1088979"/>
              <a:gd name="connsiteY3" fmla="*/ 391285 h 393431"/>
              <a:gd name="connsiteX4" fmla="*/ 49471 w 1088979"/>
              <a:gd name="connsiteY4" fmla="*/ 0 h 393431"/>
              <a:gd name="connsiteX0" fmla="*/ 48436 w 1087944"/>
              <a:gd name="connsiteY0" fmla="*/ 0 h 393431"/>
              <a:gd name="connsiteX1" fmla="*/ 1027511 w 1087944"/>
              <a:gd name="connsiteY1" fmla="*/ 109402 h 393431"/>
              <a:gd name="connsiteX2" fmla="*/ 1087944 w 1087944"/>
              <a:gd name="connsiteY2" fmla="*/ 393431 h 393431"/>
              <a:gd name="connsiteX3" fmla="*/ 0 w 1087944"/>
              <a:gd name="connsiteY3" fmla="*/ 391285 h 393431"/>
              <a:gd name="connsiteX4" fmla="*/ 48436 w 1087944"/>
              <a:gd name="connsiteY4" fmla="*/ 0 h 393431"/>
              <a:gd name="connsiteX0" fmla="*/ 48436 w 4472120"/>
              <a:gd name="connsiteY0" fmla="*/ 0 h 391284"/>
              <a:gd name="connsiteX1" fmla="*/ 1027511 w 4472120"/>
              <a:gd name="connsiteY1" fmla="*/ 109402 h 391284"/>
              <a:gd name="connsiteX2" fmla="*/ 4472120 w 4472120"/>
              <a:gd name="connsiteY2" fmla="*/ 321302 h 391284"/>
              <a:gd name="connsiteX3" fmla="*/ 0 w 4472120"/>
              <a:gd name="connsiteY3" fmla="*/ 391285 h 391284"/>
              <a:gd name="connsiteX4" fmla="*/ 48436 w 4472120"/>
              <a:gd name="connsiteY4" fmla="*/ 0 h 391284"/>
              <a:gd name="connsiteX0" fmla="*/ 48436 w 4550640"/>
              <a:gd name="connsiteY0" fmla="*/ 0 h 391284"/>
              <a:gd name="connsiteX1" fmla="*/ 4550640 w 4550640"/>
              <a:gd name="connsiteY1" fmla="*/ 37273 h 391284"/>
              <a:gd name="connsiteX2" fmla="*/ 4472120 w 4550640"/>
              <a:gd name="connsiteY2" fmla="*/ 321302 h 391284"/>
              <a:gd name="connsiteX3" fmla="*/ 0 w 4550640"/>
              <a:gd name="connsiteY3" fmla="*/ 391285 h 391284"/>
              <a:gd name="connsiteX4" fmla="*/ 48436 w 4550640"/>
              <a:gd name="connsiteY4" fmla="*/ 0 h 391284"/>
              <a:gd name="connsiteX0" fmla="*/ 48436 w 4562546"/>
              <a:gd name="connsiteY0" fmla="*/ 0 h 391284"/>
              <a:gd name="connsiteX1" fmla="*/ 4562546 w 4562546"/>
              <a:gd name="connsiteY1" fmla="*/ 119386 h 391284"/>
              <a:gd name="connsiteX2" fmla="*/ 4472120 w 4562546"/>
              <a:gd name="connsiteY2" fmla="*/ 321302 h 391284"/>
              <a:gd name="connsiteX3" fmla="*/ 0 w 4562546"/>
              <a:gd name="connsiteY3" fmla="*/ 391285 h 391284"/>
              <a:gd name="connsiteX4" fmla="*/ 48436 w 4562546"/>
              <a:gd name="connsiteY4" fmla="*/ 0 h 391284"/>
              <a:gd name="connsiteX0" fmla="*/ 48436 w 4536352"/>
              <a:gd name="connsiteY0" fmla="*/ 0 h 391284"/>
              <a:gd name="connsiteX1" fmla="*/ 4536352 w 4536352"/>
              <a:gd name="connsiteY1" fmla="*/ 48223 h 391284"/>
              <a:gd name="connsiteX2" fmla="*/ 4472120 w 4536352"/>
              <a:gd name="connsiteY2" fmla="*/ 321302 h 391284"/>
              <a:gd name="connsiteX3" fmla="*/ 0 w 4536352"/>
              <a:gd name="connsiteY3" fmla="*/ 391285 h 391284"/>
              <a:gd name="connsiteX4" fmla="*/ 48436 w 4536352"/>
              <a:gd name="connsiteY4" fmla="*/ 0 h 391284"/>
              <a:gd name="connsiteX0" fmla="*/ 55580 w 4536352"/>
              <a:gd name="connsiteY0" fmla="*/ 0 h 363914"/>
              <a:gd name="connsiteX1" fmla="*/ 4536352 w 4536352"/>
              <a:gd name="connsiteY1" fmla="*/ 20853 h 363914"/>
              <a:gd name="connsiteX2" fmla="*/ 4472120 w 4536352"/>
              <a:gd name="connsiteY2" fmla="*/ 293932 h 363914"/>
              <a:gd name="connsiteX3" fmla="*/ 0 w 4536352"/>
              <a:gd name="connsiteY3" fmla="*/ 363915 h 363914"/>
              <a:gd name="connsiteX4" fmla="*/ 55580 w 4536352"/>
              <a:gd name="connsiteY4" fmla="*/ 0 h 363914"/>
              <a:gd name="connsiteX0" fmla="*/ 131780 w 4536352"/>
              <a:gd name="connsiteY0" fmla="*/ 154319 h 343061"/>
              <a:gd name="connsiteX1" fmla="*/ 4536352 w 4536352"/>
              <a:gd name="connsiteY1" fmla="*/ 0 h 343061"/>
              <a:gd name="connsiteX2" fmla="*/ 4472120 w 4536352"/>
              <a:gd name="connsiteY2" fmla="*/ 273079 h 343061"/>
              <a:gd name="connsiteX3" fmla="*/ 0 w 4536352"/>
              <a:gd name="connsiteY3" fmla="*/ 343062 h 343061"/>
              <a:gd name="connsiteX4" fmla="*/ 131780 w 4536352"/>
              <a:gd name="connsiteY4" fmla="*/ 154319 h 343061"/>
              <a:gd name="connsiteX0" fmla="*/ 48436 w 4536352"/>
              <a:gd name="connsiteY0" fmla="*/ 0 h 369387"/>
              <a:gd name="connsiteX1" fmla="*/ 4536352 w 4536352"/>
              <a:gd name="connsiteY1" fmla="*/ 26326 h 369387"/>
              <a:gd name="connsiteX2" fmla="*/ 4472120 w 4536352"/>
              <a:gd name="connsiteY2" fmla="*/ 299405 h 369387"/>
              <a:gd name="connsiteX3" fmla="*/ 0 w 4536352"/>
              <a:gd name="connsiteY3" fmla="*/ 369388 h 369387"/>
              <a:gd name="connsiteX4" fmla="*/ 48436 w 4536352"/>
              <a:gd name="connsiteY4" fmla="*/ 0 h 369387"/>
              <a:gd name="connsiteX0" fmla="*/ 142941 w 4630857"/>
              <a:gd name="connsiteY0" fmla="*/ 0 h 353997"/>
              <a:gd name="connsiteX1" fmla="*/ 4630857 w 4630857"/>
              <a:gd name="connsiteY1" fmla="*/ 26326 h 353997"/>
              <a:gd name="connsiteX2" fmla="*/ 4566625 w 4630857"/>
              <a:gd name="connsiteY2" fmla="*/ 299405 h 353997"/>
              <a:gd name="connsiteX3" fmla="*/ 0 w 4630857"/>
              <a:gd name="connsiteY3" fmla="*/ 353997 h 353997"/>
              <a:gd name="connsiteX4" fmla="*/ 142941 w 4630857"/>
              <a:gd name="connsiteY4" fmla="*/ 0 h 353997"/>
              <a:gd name="connsiteX0" fmla="*/ 379208 w 4630857"/>
              <a:gd name="connsiteY0" fmla="*/ 4456 h 327671"/>
              <a:gd name="connsiteX1" fmla="*/ 4630857 w 4630857"/>
              <a:gd name="connsiteY1" fmla="*/ 0 h 327671"/>
              <a:gd name="connsiteX2" fmla="*/ 4566625 w 4630857"/>
              <a:gd name="connsiteY2" fmla="*/ 273079 h 327671"/>
              <a:gd name="connsiteX3" fmla="*/ 0 w 4630857"/>
              <a:gd name="connsiteY3" fmla="*/ 327671 h 327671"/>
              <a:gd name="connsiteX4" fmla="*/ 379208 w 4630857"/>
              <a:gd name="connsiteY4" fmla="*/ 4456 h 327671"/>
              <a:gd name="connsiteX0" fmla="*/ 379208 w 4670581"/>
              <a:gd name="connsiteY0" fmla="*/ 4456 h 327671"/>
              <a:gd name="connsiteX1" fmla="*/ 4630857 w 4670581"/>
              <a:gd name="connsiteY1" fmla="*/ 0 h 327671"/>
              <a:gd name="connsiteX2" fmla="*/ 4670581 w 4670581"/>
              <a:gd name="connsiteY2" fmla="*/ 315405 h 327671"/>
              <a:gd name="connsiteX3" fmla="*/ 0 w 4670581"/>
              <a:gd name="connsiteY3" fmla="*/ 327671 h 327671"/>
              <a:gd name="connsiteX4" fmla="*/ 379208 w 4670581"/>
              <a:gd name="connsiteY4" fmla="*/ 4456 h 327671"/>
              <a:gd name="connsiteX0" fmla="*/ 379208 w 4670581"/>
              <a:gd name="connsiteY0" fmla="*/ -1 h 323214"/>
              <a:gd name="connsiteX1" fmla="*/ 4545802 w 4670581"/>
              <a:gd name="connsiteY1" fmla="*/ 53258 h 323214"/>
              <a:gd name="connsiteX2" fmla="*/ 4670581 w 4670581"/>
              <a:gd name="connsiteY2" fmla="*/ 310948 h 323214"/>
              <a:gd name="connsiteX3" fmla="*/ 0 w 4670581"/>
              <a:gd name="connsiteY3" fmla="*/ 323214 h 323214"/>
              <a:gd name="connsiteX4" fmla="*/ 379208 w 4670581"/>
              <a:gd name="connsiteY4" fmla="*/ -1 h 323214"/>
              <a:gd name="connsiteX0" fmla="*/ 0 w 4745669"/>
              <a:gd name="connsiteY0" fmla="*/ 4456 h 269955"/>
              <a:gd name="connsiteX1" fmla="*/ 4620890 w 4745669"/>
              <a:gd name="connsiteY1" fmla="*/ -1 h 269955"/>
              <a:gd name="connsiteX2" fmla="*/ 4745669 w 4745669"/>
              <a:gd name="connsiteY2" fmla="*/ 257689 h 269955"/>
              <a:gd name="connsiteX3" fmla="*/ 75088 w 4745669"/>
              <a:gd name="connsiteY3" fmla="*/ 269955 h 269955"/>
              <a:gd name="connsiteX4" fmla="*/ 0 w 4745669"/>
              <a:gd name="connsiteY4" fmla="*/ 4456 h 269955"/>
              <a:gd name="connsiteX0" fmla="*/ 0 w 4745669"/>
              <a:gd name="connsiteY0" fmla="*/ 4458 h 273804"/>
              <a:gd name="connsiteX1" fmla="*/ 4620890 w 4745669"/>
              <a:gd name="connsiteY1" fmla="*/ 1 h 273804"/>
              <a:gd name="connsiteX2" fmla="*/ 4745669 w 4745669"/>
              <a:gd name="connsiteY2" fmla="*/ 257691 h 273804"/>
              <a:gd name="connsiteX3" fmla="*/ 90402 w 4745669"/>
              <a:gd name="connsiteY3" fmla="*/ 273804 h 273804"/>
              <a:gd name="connsiteX4" fmla="*/ 0 w 4745669"/>
              <a:gd name="connsiteY4" fmla="*/ 4458 h 273804"/>
              <a:gd name="connsiteX0" fmla="*/ 0 w 4715043"/>
              <a:gd name="connsiteY0" fmla="*/ 4456 h 273802"/>
              <a:gd name="connsiteX1" fmla="*/ 4620890 w 4715043"/>
              <a:gd name="connsiteY1" fmla="*/ -1 h 273802"/>
              <a:gd name="connsiteX2" fmla="*/ 4715043 w 4715043"/>
              <a:gd name="connsiteY2" fmla="*/ 242298 h 273802"/>
              <a:gd name="connsiteX3" fmla="*/ 90402 w 4715043"/>
              <a:gd name="connsiteY3" fmla="*/ 273802 h 273802"/>
              <a:gd name="connsiteX4" fmla="*/ 0 w 4715043"/>
              <a:gd name="connsiteY4" fmla="*/ 4456 h 273802"/>
              <a:gd name="connsiteX0" fmla="*/ 0 w 5289574"/>
              <a:gd name="connsiteY0" fmla="*/ -1 h 269345"/>
              <a:gd name="connsiteX1" fmla="*/ 5289574 w 5289574"/>
              <a:gd name="connsiteY1" fmla="*/ 22476 h 269345"/>
              <a:gd name="connsiteX2" fmla="*/ 4715043 w 5289574"/>
              <a:gd name="connsiteY2" fmla="*/ 237841 h 269345"/>
              <a:gd name="connsiteX3" fmla="*/ 90402 w 5289574"/>
              <a:gd name="connsiteY3" fmla="*/ 269345 h 269345"/>
              <a:gd name="connsiteX4" fmla="*/ 0 w 5289574"/>
              <a:gd name="connsiteY4" fmla="*/ -1 h 269345"/>
              <a:gd name="connsiteX0" fmla="*/ 0 w 7532923"/>
              <a:gd name="connsiteY0" fmla="*/ 1 h 269347"/>
              <a:gd name="connsiteX1" fmla="*/ 7532923 w 7532923"/>
              <a:gd name="connsiteY1" fmla="*/ 3240 h 269347"/>
              <a:gd name="connsiteX2" fmla="*/ 4715043 w 7532923"/>
              <a:gd name="connsiteY2" fmla="*/ 237843 h 269347"/>
              <a:gd name="connsiteX3" fmla="*/ 90402 w 7532923"/>
              <a:gd name="connsiteY3" fmla="*/ 269347 h 269347"/>
              <a:gd name="connsiteX4" fmla="*/ 0 w 7532923"/>
              <a:gd name="connsiteY4" fmla="*/ 1 h 269347"/>
              <a:gd name="connsiteX0" fmla="*/ 4254606 w 7442522"/>
              <a:gd name="connsiteY0" fmla="*/ 0 h 273193"/>
              <a:gd name="connsiteX1" fmla="*/ 7442522 w 7442522"/>
              <a:gd name="connsiteY1" fmla="*/ 7086 h 273193"/>
              <a:gd name="connsiteX2" fmla="*/ 4624642 w 7442522"/>
              <a:gd name="connsiteY2" fmla="*/ 241689 h 273193"/>
              <a:gd name="connsiteX3" fmla="*/ 1 w 7442522"/>
              <a:gd name="connsiteY3" fmla="*/ 273193 h 273193"/>
              <a:gd name="connsiteX4" fmla="*/ 4254606 w 7442522"/>
              <a:gd name="connsiteY4" fmla="*/ 0 h 273193"/>
              <a:gd name="connsiteX0" fmla="*/ 2696066 w 5883982"/>
              <a:gd name="connsiteY0" fmla="*/ 0 h 241689"/>
              <a:gd name="connsiteX1" fmla="*/ 5883982 w 5883982"/>
              <a:gd name="connsiteY1" fmla="*/ 7086 h 241689"/>
              <a:gd name="connsiteX2" fmla="*/ 3066102 w 5883982"/>
              <a:gd name="connsiteY2" fmla="*/ 241689 h 241689"/>
              <a:gd name="connsiteX3" fmla="*/ 0 w 5883982"/>
              <a:gd name="connsiteY3" fmla="*/ 238564 h 241689"/>
              <a:gd name="connsiteX4" fmla="*/ 2696066 w 5883982"/>
              <a:gd name="connsiteY4" fmla="*/ 0 h 241689"/>
              <a:gd name="connsiteX0" fmla="*/ 783321 w 5883982"/>
              <a:gd name="connsiteY0" fmla="*/ 0 h 238076"/>
              <a:gd name="connsiteX1" fmla="*/ 5883982 w 5883982"/>
              <a:gd name="connsiteY1" fmla="*/ 3473 h 238076"/>
              <a:gd name="connsiteX2" fmla="*/ 3066102 w 5883982"/>
              <a:gd name="connsiteY2" fmla="*/ 238076 h 238076"/>
              <a:gd name="connsiteX3" fmla="*/ 0 w 5883982"/>
              <a:gd name="connsiteY3" fmla="*/ 234951 h 238076"/>
              <a:gd name="connsiteX4" fmla="*/ 783321 w 5883982"/>
              <a:gd name="connsiteY4" fmla="*/ 0 h 238076"/>
              <a:gd name="connsiteX0" fmla="*/ 736088 w 5836749"/>
              <a:gd name="connsiteY0" fmla="*/ 0 h 238076"/>
              <a:gd name="connsiteX1" fmla="*/ 5836749 w 5836749"/>
              <a:gd name="connsiteY1" fmla="*/ 3473 h 238076"/>
              <a:gd name="connsiteX2" fmla="*/ 3018869 w 5836749"/>
              <a:gd name="connsiteY2" fmla="*/ 238076 h 238076"/>
              <a:gd name="connsiteX3" fmla="*/ 0 w 5836749"/>
              <a:gd name="connsiteY3" fmla="*/ 234951 h 238076"/>
              <a:gd name="connsiteX4" fmla="*/ 736088 w 5836749"/>
              <a:gd name="connsiteY4" fmla="*/ 0 h 238076"/>
              <a:gd name="connsiteX0" fmla="*/ 736088 w 9725290"/>
              <a:gd name="connsiteY0" fmla="*/ 0 h 234951"/>
              <a:gd name="connsiteX1" fmla="*/ 5836749 w 9725290"/>
              <a:gd name="connsiteY1" fmla="*/ 3473 h 234951"/>
              <a:gd name="connsiteX2" fmla="*/ 9725290 w 9725290"/>
              <a:gd name="connsiteY2" fmla="*/ 234464 h 234951"/>
              <a:gd name="connsiteX3" fmla="*/ 0 w 9725290"/>
              <a:gd name="connsiteY3" fmla="*/ 234951 h 234951"/>
              <a:gd name="connsiteX4" fmla="*/ 736088 w 9725290"/>
              <a:gd name="connsiteY4" fmla="*/ 0 h 234951"/>
              <a:gd name="connsiteX0" fmla="*/ 736088 w 9725290"/>
              <a:gd name="connsiteY0" fmla="*/ 0 h 234951"/>
              <a:gd name="connsiteX1" fmla="*/ 5836749 w 9725290"/>
              <a:gd name="connsiteY1" fmla="*/ 3473 h 234951"/>
              <a:gd name="connsiteX2" fmla="*/ 7111899 w 9725290"/>
              <a:gd name="connsiteY2" fmla="*/ 75858 h 234951"/>
              <a:gd name="connsiteX3" fmla="*/ 9725290 w 9725290"/>
              <a:gd name="connsiteY3" fmla="*/ 234464 h 234951"/>
              <a:gd name="connsiteX4" fmla="*/ 0 w 9725290"/>
              <a:gd name="connsiteY4" fmla="*/ 234951 h 234951"/>
              <a:gd name="connsiteX5" fmla="*/ 736088 w 9725290"/>
              <a:gd name="connsiteY5" fmla="*/ 0 h 234951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9709463 w 9725290"/>
              <a:gd name="connsiteY2" fmla="*/ 0 h 368609"/>
              <a:gd name="connsiteX3" fmla="*/ 9725290 w 9725290"/>
              <a:gd name="connsiteY3" fmla="*/ 368122 h 368609"/>
              <a:gd name="connsiteX4" fmla="*/ 0 w 9725290"/>
              <a:gd name="connsiteY4" fmla="*/ 368609 h 368609"/>
              <a:gd name="connsiteX5" fmla="*/ 736088 w 9725290"/>
              <a:gd name="connsiteY5" fmla="*/ 133658 h 368609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7843941 w 9725290"/>
              <a:gd name="connsiteY2" fmla="*/ 63216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  <a:gd name="connsiteX0" fmla="*/ 736088 w 9725290"/>
              <a:gd name="connsiteY0" fmla="*/ 133658 h 368609"/>
              <a:gd name="connsiteX1" fmla="*/ 5836749 w 9725290"/>
              <a:gd name="connsiteY1" fmla="*/ 137131 h 368609"/>
              <a:gd name="connsiteX2" fmla="*/ 9071878 w 9725290"/>
              <a:gd name="connsiteY2" fmla="*/ 1807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  <a:gd name="connsiteX0" fmla="*/ 736088 w 9725290"/>
              <a:gd name="connsiteY0" fmla="*/ 133658 h 368609"/>
              <a:gd name="connsiteX1" fmla="*/ 5718680 w 9725290"/>
              <a:gd name="connsiteY1" fmla="*/ 135325 h 368609"/>
              <a:gd name="connsiteX2" fmla="*/ 9071878 w 9725290"/>
              <a:gd name="connsiteY2" fmla="*/ 1807 h 368609"/>
              <a:gd name="connsiteX3" fmla="*/ 9709463 w 9725290"/>
              <a:gd name="connsiteY3" fmla="*/ 0 h 368609"/>
              <a:gd name="connsiteX4" fmla="*/ 9725290 w 9725290"/>
              <a:gd name="connsiteY4" fmla="*/ 368122 h 368609"/>
              <a:gd name="connsiteX5" fmla="*/ 0 w 9725290"/>
              <a:gd name="connsiteY5" fmla="*/ 368609 h 368609"/>
              <a:gd name="connsiteX6" fmla="*/ 736088 w 9725290"/>
              <a:gd name="connsiteY6" fmla="*/ 133658 h 368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725290" h="368609">
                <a:moveTo>
                  <a:pt x="736088" y="133658"/>
                </a:moveTo>
                <a:lnTo>
                  <a:pt x="5718680" y="135325"/>
                </a:lnTo>
                <a:lnTo>
                  <a:pt x="9071878" y="1807"/>
                </a:lnTo>
                <a:lnTo>
                  <a:pt x="9709463" y="0"/>
                </a:lnTo>
                <a:lnTo>
                  <a:pt x="9725290" y="368122"/>
                </a:lnTo>
                <a:lnTo>
                  <a:pt x="0" y="368609"/>
                </a:lnTo>
                <a:lnTo>
                  <a:pt x="736088" y="133658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97536" y="6583680"/>
            <a:ext cx="284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3560064" y="6583680"/>
            <a:ext cx="6705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11070336" y="6583680"/>
            <a:ext cx="6096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842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Clr>
          <a:schemeClr val="tx2"/>
        </a:buClr>
        <a:buSzPct val="90000"/>
        <a:buFont typeface="Wingdings 3" pitchFamily="18" charset="2"/>
        <a:buChar char="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Clr>
          <a:schemeClr val="accent2"/>
        </a:buClr>
        <a:buSzPct val="90000"/>
        <a:buFont typeface="Wingdings 3" pitchFamily="18" charset="2"/>
        <a:buChar char="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3"/>
        </a:buClr>
        <a:buSzPct val="90000"/>
        <a:buFont typeface="Wingdings 3" pitchFamily="18" charset="2"/>
        <a:buChar char="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accent4"/>
        </a:buClr>
        <a:buSzPct val="90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accent5"/>
        </a:buClr>
        <a:buSzPct val="90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4C6F726-890C-4237-86AF-8F370EE57126}"/>
              </a:ext>
            </a:extLst>
          </p:cNvPr>
          <p:cNvSpPr/>
          <p:nvPr/>
        </p:nvSpPr>
        <p:spPr>
          <a:xfrm>
            <a:off x="105333" y="1597729"/>
            <a:ext cx="11981329" cy="18312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생성형 </a:t>
            </a:r>
            <a:r>
              <a:rPr lang="en-US" altLang="ko-KR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AI 1</a:t>
            </a: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프로젝트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</a:t>
            </a:r>
            <a:r>
              <a:rPr lang="en-US" altLang="ko-KR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AI </a:t>
            </a: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보건 분석 시스템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ko-KR" altLang="en-US" sz="30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개발 기획서</a:t>
            </a:r>
            <a:endParaRPr lang="en-US" altLang="ko-KR" sz="3000" b="1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46CA-ECBE-41A0-BFEC-548E758D6B7C}"/>
              </a:ext>
            </a:extLst>
          </p:cNvPr>
          <p:cNvSpPr txBox="1"/>
          <p:nvPr/>
        </p:nvSpPr>
        <p:spPr>
          <a:xfrm>
            <a:off x="5069539" y="4450975"/>
            <a:ext cx="2052918" cy="1029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2026.03.20</a:t>
            </a:r>
          </a:p>
          <a:p>
            <a:pPr algn="ctr">
              <a:lnSpc>
                <a:spcPct val="150000"/>
              </a:lnSpc>
            </a:pPr>
            <a:r>
              <a:rPr lang="en-US" altLang="ko-KR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2200" dirty="0">
                <a:latin typeface="HY견고딕" panose="02030600000101010101" pitchFamily="18" charset="-127"/>
                <a:ea typeface="HY견고딕" panose="02030600000101010101" pitchFamily="18" charset="-127"/>
              </a:rPr>
              <a:t>조 박영훈</a:t>
            </a:r>
          </a:p>
        </p:txBody>
      </p:sp>
    </p:spTree>
    <p:extLst>
      <p:ext uri="{BB962C8B-B14F-4D97-AF65-F5344CB8AC3E}">
        <p14:creationId xmlns:p14="http://schemas.microsoft.com/office/powerpoint/2010/main" val="194548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23198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기획 의도</a:t>
            </a:r>
            <a:r>
              <a:rPr kumimoji="0" lang="en-US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 (1/2)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32A60-BC9A-4421-BD0A-8D6AA9A24E65}"/>
              </a:ext>
            </a:extLst>
          </p:cNvPr>
          <p:cNvSpPr txBox="1"/>
          <p:nvPr/>
        </p:nvSpPr>
        <p:spPr>
          <a:xfrm>
            <a:off x="663388" y="2435845"/>
            <a:ext cx="543261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초미세먼지는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 중금속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황산화물이 섞인 </a:t>
            </a:r>
            <a:r>
              <a:rPr lang="en-US" altLang="ko-KR" sz="2000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000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급 발암물질</a:t>
            </a:r>
            <a:endParaRPr lang="en-US" altLang="ko-KR" sz="1600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오래 노출될 경우 면역력이 급감하여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감기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천식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기관지염 등 </a:t>
            </a:r>
            <a:r>
              <a:rPr lang="ko-KR" altLang="en-US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호흡기 질환 유발</a:t>
            </a:r>
            <a:endParaRPr lang="en-US" altLang="ko-KR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조기 사망률 ↑</a:t>
            </a:r>
            <a:endParaRPr lang="en-US" altLang="ko-KR" b="1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5F1726-02DC-4830-9F13-0492EE7D705F}"/>
              </a:ext>
            </a:extLst>
          </p:cNvPr>
          <p:cNvSpPr txBox="1"/>
          <p:nvPr/>
        </p:nvSpPr>
        <p:spPr>
          <a:xfrm>
            <a:off x="1114535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ko-KR" sz="2400" b="1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미세먼지 피해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C91D125-5E4D-4D96-A82D-EA932E0D97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9818" y="4329623"/>
            <a:ext cx="4987682" cy="191984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27913A2-0F83-4B31-98F4-47D506F77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047" y="1560554"/>
            <a:ext cx="4062453" cy="236382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37560E64-00A3-46D0-B1B6-DED3C13478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8264" y="1271677"/>
            <a:ext cx="5946029" cy="34744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36D1E5-7D92-4F32-A122-96E668220E4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7173" r="6608" b="19818"/>
          <a:stretch/>
        </p:blipFill>
        <p:spPr>
          <a:xfrm>
            <a:off x="5833204" y="3475049"/>
            <a:ext cx="3203359" cy="76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5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2319866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기획 의도</a:t>
            </a:r>
            <a:r>
              <a:rPr kumimoji="0" lang="en-US" altLang="ko-KR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 (2/2)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732A60-BC9A-4421-BD0A-8D6AA9A24E65}"/>
              </a:ext>
            </a:extLst>
          </p:cNvPr>
          <p:cNvSpPr txBox="1"/>
          <p:nvPr/>
        </p:nvSpPr>
        <p:spPr>
          <a:xfrm>
            <a:off x="663388" y="2328269"/>
            <a:ext cx="5432612" cy="15901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 농도가 낮아지면 안전하다고 인지</a:t>
            </a: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그러나 미세먼지는 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2~3</a:t>
            </a:r>
            <a:r>
              <a:rPr lang="ko-KR" altLang="en-US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일이 지나도록 배출 </a:t>
            </a:r>
            <a:r>
              <a:rPr lang="en-US" altLang="ko-KR" sz="1600" dirty="0">
                <a:latin typeface="HY견고딕" panose="02030600000101010101" pitchFamily="18" charset="-127"/>
                <a:ea typeface="HY견고딕" panose="02030600000101010101" pitchFamily="18" charset="-127"/>
              </a:rPr>
              <a:t>X</a:t>
            </a:r>
          </a:p>
          <a:p>
            <a:pPr algn="ctr">
              <a:lnSpc>
                <a:spcPct val="150000"/>
              </a:lnSpc>
            </a:pPr>
            <a:r>
              <a:rPr lang="en-US" altLang="ko-KR" sz="20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2~3 </a:t>
            </a:r>
            <a:r>
              <a:rPr lang="ko-KR" altLang="en-US" sz="20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 뒤에도 호흡기 환자 발생</a:t>
            </a:r>
            <a:endParaRPr lang="en-US" altLang="ko-KR" sz="2000" dirty="0">
              <a:solidFill>
                <a:srgbClr val="FF000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5F1726-02DC-4830-9F13-0492EE7D705F}"/>
              </a:ext>
            </a:extLst>
          </p:cNvPr>
          <p:cNvSpPr txBox="1"/>
          <p:nvPr/>
        </p:nvSpPr>
        <p:spPr>
          <a:xfrm>
            <a:off x="1114535" y="1314081"/>
            <a:ext cx="4249271" cy="461665"/>
          </a:xfrm>
          <a:prstGeom prst="rect">
            <a:avLst/>
          </a:prstGeom>
          <a:ln>
            <a:solidFill>
              <a:schemeClr val="bg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 anchor="t">
            <a:spAutoFit/>
          </a:bodyPr>
          <a:lstStyle/>
          <a:p>
            <a:pPr algn="ctr"/>
            <a:r>
              <a:rPr lang="ko-KR" altLang="en-US" sz="2400" b="1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미세먼지 질환 발병</a:t>
            </a:r>
            <a:endParaRPr lang="ko-KR" altLang="ko-KR" sz="2400" b="1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9CDAC5E-B0F3-4258-AAF1-65467D01B1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9436" y="2492928"/>
            <a:ext cx="5616497" cy="988191"/>
          </a:xfrm>
          <a:prstGeom prst="rect">
            <a:avLst/>
          </a:prstGeom>
        </p:spPr>
      </p:pic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7339EA22-3880-48EB-AD3F-403D1BA41F9A}"/>
              </a:ext>
            </a:extLst>
          </p:cNvPr>
          <p:cNvSpPr/>
          <p:nvPr/>
        </p:nvSpPr>
        <p:spPr>
          <a:xfrm>
            <a:off x="5820335" y="4147741"/>
            <a:ext cx="551330" cy="646332"/>
          </a:xfrm>
          <a:prstGeom prst="down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2D6B11-8BEE-43FE-9FC1-87EDD155B498}"/>
              </a:ext>
            </a:extLst>
          </p:cNvPr>
          <p:cNvSpPr txBox="1"/>
          <p:nvPr/>
        </p:nvSpPr>
        <p:spPr>
          <a:xfrm>
            <a:off x="2021541" y="5085716"/>
            <a:ext cx="8148918" cy="916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미세먼지 발생 후 지속되는 </a:t>
            </a:r>
            <a:r>
              <a:rPr lang="ko-KR" altLang="en-US" sz="2400" dirty="0">
                <a:solidFill>
                  <a:srgbClr val="FF000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위험성 인지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 필요</a:t>
            </a:r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200000"/>
              </a:lnSpc>
            </a:pP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지역별 위험성 등급을 지도에 직관적으로 표현하여 위험성 인지 및 피해 예방</a:t>
            </a:r>
          </a:p>
        </p:txBody>
      </p:sp>
    </p:spTree>
    <p:extLst>
      <p:ext uri="{BB962C8B-B14F-4D97-AF65-F5344CB8AC3E}">
        <p14:creationId xmlns:p14="http://schemas.microsoft.com/office/powerpoint/2010/main" val="4016398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A6562A-BC7B-439E-8184-F5D82C0A44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57602CD-DA65-42FB-B785-6A5F85DEB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9767" y="542319"/>
            <a:ext cx="149912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400" b="1" u="sng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맑은 고딕" panose="020B0503020000020004" pitchFamily="50" charset="-127"/>
                <a:ea typeface="HY견고딕" panose="02030600000101010101" pitchFamily="18" charset="-127"/>
                <a:cs typeface="Times New Roman" panose="02020603050405020304" pitchFamily="18" charset="0"/>
              </a:rPr>
              <a:t>개발 목표</a:t>
            </a:r>
            <a:endParaRPr kumimoji="0" lang="ko-KR" altLang="ko-KR" sz="1600" b="0" u="sng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83895275-0CF7-4138-B7EB-2451A1550ECC}"/>
              </a:ext>
            </a:extLst>
          </p:cNvPr>
          <p:cNvSpPr/>
          <p:nvPr/>
        </p:nvSpPr>
        <p:spPr>
          <a:xfrm>
            <a:off x="829767" y="2099713"/>
            <a:ext cx="4325202" cy="385097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노출도 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현재 및 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1~3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일전 농도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r>
              <a:rPr lang="en-US" altLang="ko-KR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	</a:t>
            </a:r>
          </a:p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취약성</a:t>
            </a: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환자 발생 수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취약 계층 비율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대응력</a:t>
            </a: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의료 인프라</a:t>
            </a:r>
            <a:r>
              <a:rPr lang="en-US" altLang="ko-KR" sz="15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데이터를 </a:t>
            </a: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군집화</a:t>
            </a:r>
            <a:r>
              <a:rPr lang="en-US" altLang="ko-KR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(Clustering) </a:t>
            </a:r>
            <a:r>
              <a:rPr lang="ko-KR" altLang="en-US" sz="1500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모델로 분석</a:t>
            </a:r>
            <a:endParaRPr lang="en-US" altLang="ko-KR" sz="1500" b="1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5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실제 환경 기준과 비교</a:t>
            </a:r>
            <a:r>
              <a:rPr lang="en-US" altLang="ko-KR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데이터 모순 여부 검증 및 보완하여 위험 등급 </a:t>
            </a:r>
            <a:r>
              <a:rPr lang="en-US" altLang="ko-KR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sz="15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 분류</a:t>
            </a:r>
            <a:endParaRPr lang="en-US" altLang="ko-KR" sz="15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0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위험 등급</a:t>
            </a:r>
            <a:r>
              <a:rPr lang="en-US" altLang="ko-KR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4</a:t>
            </a:r>
            <a:r>
              <a:rPr lang="ko-KR" altLang="en-US" b="1" dirty="0">
                <a:solidFill>
                  <a:srgbClr val="7030A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단계</a:t>
            </a:r>
            <a:endParaRPr lang="en-US" altLang="ko-KR" b="1" dirty="0">
              <a:solidFill>
                <a:srgbClr val="7030A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안전</a:t>
            </a:r>
            <a:r>
              <a:rPr lang="en-US" altLang="ko-KR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</a:t>
            </a:r>
            <a:r>
              <a:rPr lang="ko-KR" altLang="en-US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보통</a:t>
            </a:r>
            <a:r>
              <a:rPr lang="en-US" altLang="ko-KR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</a:t>
            </a:r>
            <a:r>
              <a:rPr lang="ko-KR" altLang="en-US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민감</a:t>
            </a:r>
            <a:r>
              <a:rPr lang="en-US" altLang="ko-KR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</a:t>
            </a:r>
            <a:r>
              <a:rPr lang="ko-KR" altLang="en-US" sz="1600" u="sng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고위험</a:t>
            </a:r>
            <a:endParaRPr lang="en-US" altLang="ko-KR" sz="1600" u="sng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endParaRPr lang="en-US" altLang="ko-KR" sz="15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D3B546-EFAF-4150-9728-8A86A8D056AB}"/>
              </a:ext>
            </a:extLst>
          </p:cNvPr>
          <p:cNvSpPr txBox="1"/>
          <p:nvPr/>
        </p:nvSpPr>
        <p:spPr>
          <a:xfrm>
            <a:off x="829767" y="1213892"/>
            <a:ext cx="10694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현재 미세먼지 농도를 넘어 과거 미세먼지와 지역 상황을 분석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실제 위험 등급을 분류해주는 서비스</a:t>
            </a: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FA9B2D2-A0F3-4D54-8009-6A94B267D3F9}"/>
              </a:ext>
            </a:extLst>
          </p:cNvPr>
          <p:cNvSpPr/>
          <p:nvPr/>
        </p:nvSpPr>
        <p:spPr>
          <a:xfrm>
            <a:off x="6898874" y="2099713"/>
            <a:ext cx="4325202" cy="3850978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지도를 기반으로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지역별 위험 등급을 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색상으로 표시하여 시각적으로 확인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지역 선택 시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등급별 안전 행동 지침</a:t>
            </a:r>
            <a:r>
              <a:rPr lang="en-US" altLang="ko-KR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상세 원인을 분석하는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600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웹 서비스 제공</a:t>
            </a:r>
            <a:endParaRPr lang="en-US" altLang="ko-KR" sz="1600" dirty="0">
              <a:solidFill>
                <a:schemeClr val="tx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970EDB-838A-41CF-8BB5-B88BE3824732}"/>
              </a:ext>
            </a:extLst>
          </p:cNvPr>
          <p:cNvSpPr txBox="1"/>
          <p:nvPr/>
        </p:nvSpPr>
        <p:spPr>
          <a:xfrm>
            <a:off x="7963298" y="1790450"/>
            <a:ext cx="219635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서비스 제공</a:t>
            </a:r>
            <a:endParaRPr lang="en-US" altLang="ko-KR" sz="24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677279-6828-47CD-8FFC-BACE7FBE16E0}"/>
              </a:ext>
            </a:extLst>
          </p:cNvPr>
          <p:cNvSpPr txBox="1"/>
          <p:nvPr/>
        </p:nvSpPr>
        <p:spPr>
          <a:xfrm>
            <a:off x="2118309" y="1790450"/>
            <a:ext cx="1748117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모델 개발</a:t>
            </a:r>
            <a:endParaRPr lang="en-US" altLang="ko-KR" sz="24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40904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C36D2E-F564-468A-9A3F-37F38B75DBD2}"/>
              </a:ext>
            </a:extLst>
          </p:cNvPr>
          <p:cNvSpPr txBox="1"/>
          <p:nvPr/>
        </p:nvSpPr>
        <p:spPr>
          <a:xfrm>
            <a:off x="3520888" y="2782669"/>
            <a:ext cx="5150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1200906040"/>
      </p:ext>
    </p:extLst>
  </p:cSld>
  <p:clrMapOvr>
    <a:masterClrMapping/>
  </p:clrMapOvr>
</p:sld>
</file>

<file path=ppt/theme/theme1.xml><?xml version="1.0" encoding="utf-8"?>
<a:theme xmlns:a="http://schemas.openxmlformats.org/drawingml/2006/main" name="New_Education02">
  <a:themeElements>
    <a:clrScheme name="Education02">
      <a:dk1>
        <a:srgbClr val="000000"/>
      </a:dk1>
      <a:lt1>
        <a:srgbClr val="FFFFFF"/>
      </a:lt1>
      <a:dk2>
        <a:srgbClr val="006699"/>
      </a:dk2>
      <a:lt2>
        <a:srgbClr val="ECF0ED"/>
      </a:lt2>
      <a:accent1>
        <a:srgbClr val="DF3939"/>
      </a:accent1>
      <a:accent2>
        <a:srgbClr val="F0A73C"/>
      </a:accent2>
      <a:accent3>
        <a:srgbClr val="21A6C5"/>
      </a:accent3>
      <a:accent4>
        <a:srgbClr val="BEC936"/>
      </a:accent4>
      <a:accent5>
        <a:srgbClr val="ECB0B0"/>
      </a:accent5>
      <a:accent6>
        <a:srgbClr val="C1C1C1"/>
      </a:accent6>
      <a:hlink>
        <a:srgbClr val="0099CC"/>
      </a:hlink>
      <a:folHlink>
        <a:srgbClr val="D361AA"/>
      </a:folHlink>
    </a:clrScheme>
    <a:fontScheme name="Education02">
      <a:majorFont>
        <a:latin typeface="Corbel"/>
        <a:ea typeface=""/>
        <a:cs typeface=""/>
        <a:font script="Jpan" typeface="HG丸ｺﾞｼｯｸM-PRO"/>
        <a:font script="Hang" typeface="맑은 고딕"/>
        <a:font script="Hans" typeface="黑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Candara"/>
        <a:ea typeface=""/>
        <a:cs typeface=""/>
        <a:font script="Jpan" typeface="HG丸ｺﾞｼｯｸM-PRO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ducation02">
      <a:fillStyleLst>
        <a:solidFill>
          <a:schemeClr val="phClr"/>
        </a:solidFill>
        <a:solidFill>
          <a:schemeClr val="phClr">
            <a:tint val="60000"/>
            <a:satMod val="150000"/>
          </a:schemeClr>
        </a:solidFill>
        <a:gradFill rotWithShape="1">
          <a:gsLst>
            <a:gs pos="0">
              <a:schemeClr val="phClr">
                <a:shade val="100000"/>
                <a:satMod val="100000"/>
              </a:schemeClr>
            </a:gs>
            <a:gs pos="100000">
              <a:schemeClr val="phClr">
                <a:shade val="70000"/>
                <a:satMod val="1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  <a:satMod val="11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innerShdw blurRad="127000" dist="25400" dir="13500000">
              <a:srgbClr val="000000">
                <a:alpha val="80000"/>
              </a:srgbClr>
            </a:innerShdw>
          </a:effectLst>
        </a:effectStyle>
        <a:effectStyle>
          <a:effectLst>
            <a:innerShdw blurRad="254000" dist="25400" dir="13500000">
              <a:srgbClr val="000000">
                <a:alpha val="80000"/>
              </a:srgbClr>
            </a:innerShdw>
          </a:effectLst>
        </a:effectStyle>
        <a:effectStyle>
          <a:effectLst>
            <a:outerShdw blurRad="50800" dist="508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soft" dir="b">
              <a:rot lat="0" lon="0" rev="9000000"/>
            </a:lightRig>
          </a:scene3d>
          <a:sp3d contourW="35560" prstMaterial="matte">
            <a:bevelT w="44450" h="38100" prst="convex"/>
            <a:contourClr>
              <a:schemeClr val="phClr">
                <a:tint val="1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20000"/>
              </a:schemeClr>
            </a:gs>
            <a:gs pos="100000">
              <a:schemeClr val="phClr">
                <a:tint val="70000"/>
                <a:shade val="100000"/>
                <a:satMod val="30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88000"/>
                <a:satMod val="200000"/>
              </a:schemeClr>
            </a:gs>
            <a:gs pos="100000">
              <a:schemeClr val="phClr">
                <a:shade val="86000"/>
                <a:satMod val="140000"/>
                <a:lumMod val="90000"/>
              </a:schemeClr>
            </a:gs>
          </a:gsLst>
          <a:lin ang="3300000" scaled="1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교육 테마</Template>
  <TotalTime>2799</TotalTime>
  <Words>201</Words>
  <Application>Microsoft Office PowerPoint</Application>
  <PresentationFormat>와이드스크린</PresentationFormat>
  <Paragraphs>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4" baseType="lpstr">
      <vt:lpstr>HY견고딕</vt:lpstr>
      <vt:lpstr>HY그래픽M</vt:lpstr>
      <vt:lpstr>맑은 고딕</vt:lpstr>
      <vt:lpstr>Arial</vt:lpstr>
      <vt:lpstr>Candara</vt:lpstr>
      <vt:lpstr>Corbel</vt:lpstr>
      <vt:lpstr>Times New Roman</vt:lpstr>
      <vt:lpstr>Wingdings 3</vt:lpstr>
      <vt:lpstr>New_Education02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159</cp:revision>
  <dcterms:created xsi:type="dcterms:W3CDTF">2026-03-11T01:16:02Z</dcterms:created>
  <dcterms:modified xsi:type="dcterms:W3CDTF">2026-03-20T06:06:01Z</dcterms:modified>
</cp:coreProperties>
</file>