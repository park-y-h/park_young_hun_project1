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61" r:id="rId2"/>
    <p:sldId id="258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/>
        </p:nvSpPr>
        <p:spPr bwMode="gray">
          <a:xfrm>
            <a:off x="11393715" y="5873327"/>
            <a:ext cx="798285" cy="987315"/>
          </a:xfrm>
          <a:custGeom>
            <a:avLst/>
            <a:gdLst>
              <a:gd name="connsiteX0" fmla="*/ 587828 w 598714"/>
              <a:gd name="connsiteY0" fmla="*/ 0 h 979714"/>
              <a:gd name="connsiteX1" fmla="*/ 598714 w 598714"/>
              <a:gd name="connsiteY1" fmla="*/ 979714 h 979714"/>
              <a:gd name="connsiteX2" fmla="*/ 174171 w 598714"/>
              <a:gd name="connsiteY2" fmla="*/ 968828 h 979714"/>
              <a:gd name="connsiteX3" fmla="*/ 0 w 598714"/>
              <a:gd name="connsiteY3" fmla="*/ 185057 h 979714"/>
              <a:gd name="connsiteX4" fmla="*/ 587828 w 598714"/>
              <a:gd name="connsiteY4" fmla="*/ 0 h 979714"/>
              <a:gd name="connsiteX0" fmla="*/ 595944 w 598714"/>
              <a:gd name="connsiteY0" fmla="*/ 0 h 984674"/>
              <a:gd name="connsiteX1" fmla="*/ 598714 w 598714"/>
              <a:gd name="connsiteY1" fmla="*/ 984674 h 984674"/>
              <a:gd name="connsiteX2" fmla="*/ 174171 w 598714"/>
              <a:gd name="connsiteY2" fmla="*/ 973788 h 984674"/>
              <a:gd name="connsiteX3" fmla="*/ 0 w 598714"/>
              <a:gd name="connsiteY3" fmla="*/ 190017 h 984674"/>
              <a:gd name="connsiteX4" fmla="*/ 595944 w 598714"/>
              <a:gd name="connsiteY4" fmla="*/ 0 h 984674"/>
              <a:gd name="connsiteX0" fmla="*/ 595944 w 598714"/>
              <a:gd name="connsiteY0" fmla="*/ 0 h 987315"/>
              <a:gd name="connsiteX1" fmla="*/ 598714 w 598714"/>
              <a:gd name="connsiteY1" fmla="*/ 984674 h 987315"/>
              <a:gd name="connsiteX2" fmla="*/ 179582 w 598714"/>
              <a:gd name="connsiteY2" fmla="*/ 987315 h 987315"/>
              <a:gd name="connsiteX3" fmla="*/ 0 w 598714"/>
              <a:gd name="connsiteY3" fmla="*/ 190017 h 987315"/>
              <a:gd name="connsiteX4" fmla="*/ 595944 w 598714"/>
              <a:gd name="connsiteY4" fmla="*/ 0 h 98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714" h="987315">
                <a:moveTo>
                  <a:pt x="595944" y="0"/>
                </a:moveTo>
                <a:cubicBezTo>
                  <a:pt x="596867" y="328225"/>
                  <a:pt x="597791" y="656449"/>
                  <a:pt x="598714" y="984674"/>
                </a:cubicBezTo>
                <a:lnTo>
                  <a:pt x="179582" y="987315"/>
                </a:lnTo>
                <a:lnTo>
                  <a:pt x="0" y="190017"/>
                </a:lnTo>
                <a:lnTo>
                  <a:pt x="595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15"/>
          <p:cNvSpPr/>
          <p:nvPr/>
        </p:nvSpPr>
        <p:spPr bwMode="gray">
          <a:xfrm>
            <a:off x="10406744" y="2677887"/>
            <a:ext cx="1790009" cy="3298371"/>
          </a:xfrm>
          <a:custGeom>
            <a:avLst/>
            <a:gdLst>
              <a:gd name="connsiteX0" fmla="*/ 0 w 1338943"/>
              <a:gd name="connsiteY0" fmla="*/ 206828 h 3298371"/>
              <a:gd name="connsiteX1" fmla="*/ 1338943 w 1338943"/>
              <a:gd name="connsiteY1" fmla="*/ 0 h 3298371"/>
              <a:gd name="connsiteX2" fmla="*/ 1328057 w 1338943"/>
              <a:gd name="connsiteY2" fmla="*/ 3102428 h 3298371"/>
              <a:gd name="connsiteX3" fmla="*/ 718457 w 1338943"/>
              <a:gd name="connsiteY3" fmla="*/ 3298371 h 3298371"/>
              <a:gd name="connsiteX4" fmla="*/ 0 w 1338943"/>
              <a:gd name="connsiteY4" fmla="*/ 206828 h 3298371"/>
              <a:gd name="connsiteX0" fmla="*/ 0 w 1342507"/>
              <a:gd name="connsiteY0" fmla="*/ 206828 h 3298371"/>
              <a:gd name="connsiteX1" fmla="*/ 1338943 w 1342507"/>
              <a:gd name="connsiteY1" fmla="*/ 0 h 3298371"/>
              <a:gd name="connsiteX2" fmla="*/ 1338878 w 1342507"/>
              <a:gd name="connsiteY2" fmla="*/ 3097919 h 3298371"/>
              <a:gd name="connsiteX3" fmla="*/ 718457 w 1342507"/>
              <a:gd name="connsiteY3" fmla="*/ 3298371 h 3298371"/>
              <a:gd name="connsiteX4" fmla="*/ 0 w 1342507"/>
              <a:gd name="connsiteY4" fmla="*/ 206828 h 329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507" h="3298371">
                <a:moveTo>
                  <a:pt x="0" y="206828"/>
                </a:moveTo>
                <a:lnTo>
                  <a:pt x="1338943" y="0"/>
                </a:lnTo>
                <a:cubicBezTo>
                  <a:pt x="1335314" y="1034143"/>
                  <a:pt x="1342507" y="2063776"/>
                  <a:pt x="1338878" y="3097919"/>
                </a:cubicBezTo>
                <a:lnTo>
                  <a:pt x="718457" y="3298371"/>
                </a:lnTo>
                <a:lnTo>
                  <a:pt x="0" y="2068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14"/>
          <p:cNvSpPr/>
          <p:nvPr/>
        </p:nvSpPr>
        <p:spPr bwMode="gray">
          <a:xfrm>
            <a:off x="-14515" y="2917372"/>
            <a:ext cx="11509829" cy="3940629"/>
          </a:xfrm>
          <a:custGeom>
            <a:avLst/>
            <a:gdLst>
              <a:gd name="connsiteX0" fmla="*/ 0 w 8632372"/>
              <a:gd name="connsiteY0" fmla="*/ 3940629 h 3940629"/>
              <a:gd name="connsiteX1" fmla="*/ 2732315 w 8632372"/>
              <a:gd name="connsiteY1" fmla="*/ 783772 h 3940629"/>
              <a:gd name="connsiteX2" fmla="*/ 7696200 w 8632372"/>
              <a:gd name="connsiteY2" fmla="*/ 0 h 3940629"/>
              <a:gd name="connsiteX3" fmla="*/ 8632372 w 8632372"/>
              <a:gd name="connsiteY3" fmla="*/ 3940629 h 3940629"/>
              <a:gd name="connsiteX4" fmla="*/ 0 w 8632372"/>
              <a:gd name="connsiteY4" fmla="*/ 3940629 h 394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2372" h="3940629">
                <a:moveTo>
                  <a:pt x="0" y="3940629"/>
                </a:moveTo>
                <a:lnTo>
                  <a:pt x="2732315" y="783772"/>
                </a:lnTo>
                <a:lnTo>
                  <a:pt x="7696200" y="0"/>
                </a:lnTo>
                <a:lnTo>
                  <a:pt x="8632372" y="3940629"/>
                </a:lnTo>
                <a:lnTo>
                  <a:pt x="0" y="3940629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865632" y="6419088"/>
            <a:ext cx="10460736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558016" y="6419088"/>
            <a:ext cx="633984" cy="365760"/>
          </a:xfrm>
        </p:spPr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Freeform 8"/>
          <p:cNvSpPr/>
          <p:nvPr/>
        </p:nvSpPr>
        <p:spPr bwMode="gray">
          <a:xfrm>
            <a:off x="2363433" y="1"/>
            <a:ext cx="1747915" cy="1115627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936" h="1115627">
                <a:moveTo>
                  <a:pt x="0" y="0"/>
                </a:moveTo>
                <a:lnTo>
                  <a:pt x="435006" y="1115627"/>
                </a:lnTo>
                <a:lnTo>
                  <a:pt x="1310936" y="645111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gray">
          <a:xfrm>
            <a:off x="-7890" y="1"/>
            <a:ext cx="2693033" cy="1452979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10"/>
          <p:cNvSpPr/>
          <p:nvPr/>
        </p:nvSpPr>
        <p:spPr bwMode="gray">
          <a:xfrm>
            <a:off x="-4175" y="895611"/>
            <a:ext cx="2875420" cy="1399784"/>
          </a:xfrm>
          <a:custGeom>
            <a:avLst/>
            <a:gdLst>
              <a:gd name="connsiteX0" fmla="*/ 2048006 w 2148214"/>
              <a:gd name="connsiteY0" fmla="*/ 0 h 1399784"/>
              <a:gd name="connsiteX1" fmla="*/ 2148214 w 2148214"/>
              <a:gd name="connsiteY1" fmla="*/ 253652 h 1399784"/>
              <a:gd name="connsiteX2" fmla="*/ 0 w 2148214"/>
              <a:gd name="connsiteY2" fmla="*/ 1399784 h 1399784"/>
              <a:gd name="connsiteX3" fmla="*/ 0 w 2148214"/>
              <a:gd name="connsiteY3" fmla="*/ 676405 h 1399784"/>
              <a:gd name="connsiteX4" fmla="*/ 2048006 w 2148214"/>
              <a:gd name="connsiteY4" fmla="*/ 0 h 1399784"/>
              <a:gd name="connsiteX0" fmla="*/ 2048006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48006 w 2156565"/>
              <a:gd name="connsiteY4" fmla="*/ 0 h 1399784"/>
              <a:gd name="connsiteX0" fmla="*/ 2060532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60532 w 2156565"/>
              <a:gd name="connsiteY4" fmla="*/ 0 h 139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6565" h="1399784">
                <a:moveTo>
                  <a:pt x="2060532" y="0"/>
                </a:moveTo>
                <a:lnTo>
                  <a:pt x="2156565" y="247389"/>
                </a:lnTo>
                <a:lnTo>
                  <a:pt x="0" y="1399784"/>
                </a:lnTo>
                <a:lnTo>
                  <a:pt x="0" y="676405"/>
                </a:lnTo>
                <a:lnTo>
                  <a:pt x="20605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xfrm>
            <a:off x="48768" y="36576"/>
            <a:ext cx="2474976" cy="365760"/>
          </a:xfrm>
        </p:spPr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18" name="Oval 17"/>
          <p:cNvSpPr/>
          <p:nvPr/>
        </p:nvSpPr>
        <p:spPr bwMode="gray">
          <a:xfrm>
            <a:off x="101193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Oval 18"/>
          <p:cNvSpPr/>
          <p:nvPr/>
        </p:nvSpPr>
        <p:spPr bwMode="gray">
          <a:xfrm>
            <a:off x="107289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Oval 19"/>
          <p:cNvSpPr/>
          <p:nvPr/>
        </p:nvSpPr>
        <p:spPr bwMode="gray">
          <a:xfrm>
            <a:off x="113385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02208" y="1755648"/>
            <a:ext cx="10363200" cy="1069848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02208" y="2834640"/>
            <a:ext cx="8583168" cy="59436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3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09728"/>
            <a:ext cx="7924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7048"/>
            <a:ext cx="10972800" cy="459943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2804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3438145"/>
            <a:ext cx="10314432" cy="135293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2706624" y="1929384"/>
            <a:ext cx="8558784" cy="1499616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10119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6215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22311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5839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73152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6386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97408" y="1426464"/>
            <a:ext cx="5388864" cy="786384"/>
          </a:xfrm>
        </p:spPr>
        <p:txBody>
          <a:bodyPr anchor="b"/>
          <a:lstStyle>
            <a:lvl1pPr marL="0" indent="0">
              <a:buFont typeface="Arial" pitchFamily="34" charset="0"/>
              <a:buNone/>
              <a:defRPr sz="2400" b="1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408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32576" y="1426464"/>
            <a:ext cx="5388864" cy="786384"/>
          </a:xfrm>
        </p:spPr>
        <p:txBody>
          <a:bodyPr anchor="b"/>
          <a:lstStyle>
            <a:lvl1pPr marL="0" indent="0">
              <a:buNone/>
              <a:defRPr sz="2400" b="1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2576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Oval 9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73152"/>
            <a:ext cx="93390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2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109728"/>
            <a:ext cx="9339072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904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23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767071" y="411480"/>
            <a:ext cx="6864096" cy="116205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64208"/>
            <a:ext cx="6815667" cy="47000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3440" y="1664208"/>
            <a:ext cx="3767328" cy="46908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6343" y="6583680"/>
            <a:ext cx="2844800" cy="228600"/>
          </a:xfrm>
        </p:spPr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9200" y="6583680"/>
            <a:ext cx="67056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Oval 10"/>
          <p:cNvSpPr/>
          <p:nvPr/>
        </p:nvSpPr>
        <p:spPr bwMode="gray">
          <a:xfrm>
            <a:off x="30114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6210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42306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9472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146048" y="502920"/>
            <a:ext cx="10204704" cy="566928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6048" y="1170432"/>
            <a:ext cx="10192512" cy="4114800"/>
          </a:xfrm>
          <a:solidFill>
            <a:schemeClr val="accent6">
              <a:lumMod val="20000"/>
              <a:lumOff val="8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black">
          <a:xfrm>
            <a:off x="1146048" y="5385816"/>
            <a:ext cx="10204704" cy="78638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621792" y="658368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621792" y="5440680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5085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128016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7048"/>
            <a:ext cx="10972800" cy="459943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76784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gray">
          <a:xfrm flipH="1" flipV="1">
            <a:off x="9025831" y="6204296"/>
            <a:ext cx="1137093" cy="653704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  <a:gd name="connsiteX0" fmla="*/ 0 w 1310936"/>
              <a:gd name="connsiteY0" fmla="*/ 0 h 1063415"/>
              <a:gd name="connsiteX1" fmla="*/ 414592 w 1310936"/>
              <a:gd name="connsiteY1" fmla="*/ 1063415 h 1063415"/>
              <a:gd name="connsiteX2" fmla="*/ 1310936 w 1310936"/>
              <a:gd name="connsiteY2" fmla="*/ 645111 h 1063415"/>
              <a:gd name="connsiteX3" fmla="*/ 1222159 w 1310936"/>
              <a:gd name="connsiteY3" fmla="*/ 0 h 1063415"/>
              <a:gd name="connsiteX4" fmla="*/ 0 w 1310936"/>
              <a:gd name="connsiteY4" fmla="*/ 0 h 1063415"/>
              <a:gd name="connsiteX0" fmla="*/ 0 w 1328969"/>
              <a:gd name="connsiteY0" fmla="*/ 0 h 1063415"/>
              <a:gd name="connsiteX1" fmla="*/ 414592 w 1328969"/>
              <a:gd name="connsiteY1" fmla="*/ 1063415 h 1063415"/>
              <a:gd name="connsiteX2" fmla="*/ 1328969 w 1328969"/>
              <a:gd name="connsiteY2" fmla="*/ 764808 h 1063415"/>
              <a:gd name="connsiteX3" fmla="*/ 1222159 w 1328969"/>
              <a:gd name="connsiteY3" fmla="*/ 0 h 1063415"/>
              <a:gd name="connsiteX4" fmla="*/ 0 w 1328969"/>
              <a:gd name="connsiteY4" fmla="*/ 0 h 1063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969" h="1063415">
                <a:moveTo>
                  <a:pt x="0" y="0"/>
                </a:moveTo>
                <a:lnTo>
                  <a:pt x="414592" y="1063415"/>
                </a:lnTo>
                <a:lnTo>
                  <a:pt x="1328969" y="764808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12"/>
          <p:cNvSpPr/>
          <p:nvPr/>
        </p:nvSpPr>
        <p:spPr bwMode="gray">
          <a:xfrm flipH="1" flipV="1">
            <a:off x="9882508" y="5623560"/>
            <a:ext cx="2316480" cy="1234440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339072" y="274639"/>
            <a:ext cx="224332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609600" y="274639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609600" y="6583680"/>
            <a:ext cx="2844800" cy="228600"/>
          </a:xfrm>
        </p:spPr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3560064" y="6583680"/>
            <a:ext cx="54864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351264" y="6583680"/>
            <a:ext cx="609600" cy="228600"/>
          </a:xfrm>
        </p:spPr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62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6" name="Freeform 15"/>
          <p:cNvSpPr/>
          <p:nvPr/>
        </p:nvSpPr>
        <p:spPr bwMode="gray">
          <a:xfrm>
            <a:off x="-1" y="6229431"/>
            <a:ext cx="1822764" cy="20984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7073" h="209846">
                <a:moveTo>
                  <a:pt x="0" y="0"/>
                </a:moveTo>
                <a:lnTo>
                  <a:pt x="1230086" y="21771"/>
                </a:lnTo>
                <a:lnTo>
                  <a:pt x="1367073" y="143886"/>
                </a:lnTo>
                <a:lnTo>
                  <a:pt x="521760" y="146472"/>
                </a:lnTo>
                <a:lnTo>
                  <a:pt x="507856" y="209846"/>
                </a:lnTo>
                <a:lnTo>
                  <a:pt x="1833" y="20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16"/>
          <p:cNvSpPr/>
          <p:nvPr/>
        </p:nvSpPr>
        <p:spPr bwMode="gray">
          <a:xfrm>
            <a:off x="749" y="6469524"/>
            <a:ext cx="1451972" cy="388477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8979" h="388477">
                <a:moveTo>
                  <a:pt x="310" y="697"/>
                </a:moveTo>
                <a:lnTo>
                  <a:pt x="498339" y="0"/>
                </a:lnTo>
                <a:lnTo>
                  <a:pt x="464654" y="104880"/>
                </a:lnTo>
                <a:lnTo>
                  <a:pt x="1028546" y="104448"/>
                </a:lnTo>
                <a:lnTo>
                  <a:pt x="1088979" y="388477"/>
                </a:lnTo>
                <a:lnTo>
                  <a:pt x="1035" y="386331"/>
                </a:lnTo>
                <a:cubicBezTo>
                  <a:pt x="0" y="256993"/>
                  <a:pt x="1345" y="130035"/>
                  <a:pt x="310" y="6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17"/>
          <p:cNvSpPr/>
          <p:nvPr/>
        </p:nvSpPr>
        <p:spPr bwMode="gray">
          <a:xfrm>
            <a:off x="668880" y="6389202"/>
            <a:ext cx="6048469" cy="160684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52" h="369387">
                <a:moveTo>
                  <a:pt x="48436" y="0"/>
                </a:moveTo>
                <a:lnTo>
                  <a:pt x="4536352" y="26326"/>
                </a:lnTo>
                <a:lnTo>
                  <a:pt x="4472120" y="299405"/>
                </a:lnTo>
                <a:lnTo>
                  <a:pt x="0" y="369388"/>
                </a:lnTo>
                <a:lnTo>
                  <a:pt x="48436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Freeform 18"/>
          <p:cNvSpPr/>
          <p:nvPr/>
        </p:nvSpPr>
        <p:spPr bwMode="gray">
          <a:xfrm>
            <a:off x="1411361" y="6550388"/>
            <a:ext cx="9519352" cy="318498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48436 w 4536352"/>
              <a:gd name="connsiteY0" fmla="*/ 0 h 369388"/>
              <a:gd name="connsiteX1" fmla="*/ 4536352 w 4536352"/>
              <a:gd name="connsiteY1" fmla="*/ 26326 h 369388"/>
              <a:gd name="connsiteX2" fmla="*/ 4507345 w 4536352"/>
              <a:gd name="connsiteY2" fmla="*/ 341536 h 369388"/>
              <a:gd name="connsiteX3" fmla="*/ 0 w 4536352"/>
              <a:gd name="connsiteY3" fmla="*/ 369388 h 369388"/>
              <a:gd name="connsiteX4" fmla="*/ 48436 w 4536352"/>
              <a:gd name="connsiteY4" fmla="*/ 0 h 369388"/>
              <a:gd name="connsiteX0" fmla="*/ 0 w 4601879"/>
              <a:gd name="connsiteY0" fmla="*/ 52440 h 343062"/>
              <a:gd name="connsiteX1" fmla="*/ 4601879 w 4601879"/>
              <a:gd name="connsiteY1" fmla="*/ 0 h 343062"/>
              <a:gd name="connsiteX2" fmla="*/ 4572872 w 4601879"/>
              <a:gd name="connsiteY2" fmla="*/ 315210 h 343062"/>
              <a:gd name="connsiteX3" fmla="*/ 65527 w 4601879"/>
              <a:gd name="connsiteY3" fmla="*/ 343062 h 343062"/>
              <a:gd name="connsiteX4" fmla="*/ 0 w 4601879"/>
              <a:gd name="connsiteY4" fmla="*/ 52440 h 343062"/>
              <a:gd name="connsiteX0" fmla="*/ 0 w 4563837"/>
              <a:gd name="connsiteY0" fmla="*/ 22845 h 343062"/>
              <a:gd name="connsiteX1" fmla="*/ 4563837 w 4563837"/>
              <a:gd name="connsiteY1" fmla="*/ 0 h 343062"/>
              <a:gd name="connsiteX2" fmla="*/ 4534830 w 4563837"/>
              <a:gd name="connsiteY2" fmla="*/ 315210 h 343062"/>
              <a:gd name="connsiteX3" fmla="*/ 27485 w 4563837"/>
              <a:gd name="connsiteY3" fmla="*/ 343062 h 343062"/>
              <a:gd name="connsiteX4" fmla="*/ 0 w 4563837"/>
              <a:gd name="connsiteY4" fmla="*/ 22845 h 343062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34830 w 4563837"/>
              <a:gd name="connsiteY2" fmla="*/ 315210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12005 w 4563837"/>
              <a:gd name="connsiteY2" fmla="*/ 328662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2315"/>
              <a:gd name="connsiteY0" fmla="*/ 30917 h 340372"/>
              <a:gd name="connsiteX1" fmla="*/ 4562315 w 4562315"/>
              <a:gd name="connsiteY1" fmla="*/ 0 h 340372"/>
              <a:gd name="connsiteX2" fmla="*/ 4512005 w 4562315"/>
              <a:gd name="connsiteY2" fmla="*/ 336734 h 340372"/>
              <a:gd name="connsiteX3" fmla="*/ 32050 w 4562315"/>
              <a:gd name="connsiteY3" fmla="*/ 340372 h 340372"/>
              <a:gd name="connsiteX4" fmla="*/ 0 w 4562315"/>
              <a:gd name="connsiteY4" fmla="*/ 30917 h 34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315" h="340372">
                <a:moveTo>
                  <a:pt x="0" y="30917"/>
                </a:moveTo>
                <a:lnTo>
                  <a:pt x="4562315" y="0"/>
                </a:lnTo>
                <a:lnTo>
                  <a:pt x="4512005" y="336734"/>
                </a:lnTo>
                <a:lnTo>
                  <a:pt x="32050" y="340372"/>
                </a:lnTo>
                <a:lnTo>
                  <a:pt x="0" y="3091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Freeform 19"/>
          <p:cNvSpPr/>
          <p:nvPr/>
        </p:nvSpPr>
        <p:spPr bwMode="gray">
          <a:xfrm>
            <a:off x="6673851" y="6324681"/>
            <a:ext cx="1569095" cy="20002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0581" h="323214">
                <a:moveTo>
                  <a:pt x="379208" y="-1"/>
                </a:moveTo>
                <a:lnTo>
                  <a:pt x="4545802" y="53258"/>
                </a:lnTo>
                <a:lnTo>
                  <a:pt x="4670581" y="310948"/>
                </a:lnTo>
                <a:lnTo>
                  <a:pt x="0" y="323214"/>
                </a:lnTo>
                <a:lnTo>
                  <a:pt x="379208" y="-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Freeform 20"/>
          <p:cNvSpPr/>
          <p:nvPr/>
        </p:nvSpPr>
        <p:spPr bwMode="gray">
          <a:xfrm>
            <a:off x="8224171" y="6353256"/>
            <a:ext cx="3290141" cy="16668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74" h="269345">
                <a:moveTo>
                  <a:pt x="0" y="-1"/>
                </a:moveTo>
                <a:lnTo>
                  <a:pt x="5289574" y="22476"/>
                </a:lnTo>
                <a:lnTo>
                  <a:pt x="4715043" y="237841"/>
                </a:lnTo>
                <a:lnTo>
                  <a:pt x="90402" y="269345"/>
                </a:lnTo>
                <a:lnTo>
                  <a:pt x="0" y="-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21"/>
          <p:cNvSpPr/>
          <p:nvPr/>
        </p:nvSpPr>
        <p:spPr bwMode="gray">
          <a:xfrm>
            <a:off x="11223081" y="6360400"/>
            <a:ext cx="791120" cy="149573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3982" h="241689">
                <a:moveTo>
                  <a:pt x="2696066" y="0"/>
                </a:moveTo>
                <a:lnTo>
                  <a:pt x="5883982" y="7086"/>
                </a:lnTo>
                <a:lnTo>
                  <a:pt x="3066102" y="241689"/>
                </a:lnTo>
                <a:lnTo>
                  <a:pt x="0" y="238564"/>
                </a:lnTo>
                <a:lnTo>
                  <a:pt x="2696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22"/>
          <p:cNvSpPr/>
          <p:nvPr/>
        </p:nvSpPr>
        <p:spPr bwMode="gray">
          <a:xfrm>
            <a:off x="10883358" y="6362781"/>
            <a:ext cx="1307596" cy="49521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  <a:gd name="connsiteX0" fmla="*/ 783321 w 5883982"/>
              <a:gd name="connsiteY0" fmla="*/ 0 h 238076"/>
              <a:gd name="connsiteX1" fmla="*/ 5883982 w 5883982"/>
              <a:gd name="connsiteY1" fmla="*/ 3473 h 238076"/>
              <a:gd name="connsiteX2" fmla="*/ 3066102 w 5883982"/>
              <a:gd name="connsiteY2" fmla="*/ 238076 h 238076"/>
              <a:gd name="connsiteX3" fmla="*/ 0 w 5883982"/>
              <a:gd name="connsiteY3" fmla="*/ 234951 h 238076"/>
              <a:gd name="connsiteX4" fmla="*/ 783321 w 5883982"/>
              <a:gd name="connsiteY4" fmla="*/ 0 h 238076"/>
              <a:gd name="connsiteX0" fmla="*/ 736088 w 5836749"/>
              <a:gd name="connsiteY0" fmla="*/ 0 h 238076"/>
              <a:gd name="connsiteX1" fmla="*/ 5836749 w 5836749"/>
              <a:gd name="connsiteY1" fmla="*/ 3473 h 238076"/>
              <a:gd name="connsiteX2" fmla="*/ 3018869 w 5836749"/>
              <a:gd name="connsiteY2" fmla="*/ 238076 h 238076"/>
              <a:gd name="connsiteX3" fmla="*/ 0 w 5836749"/>
              <a:gd name="connsiteY3" fmla="*/ 234951 h 238076"/>
              <a:gd name="connsiteX4" fmla="*/ 736088 w 5836749"/>
              <a:gd name="connsiteY4" fmla="*/ 0 h 238076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9725290 w 9725290"/>
              <a:gd name="connsiteY2" fmla="*/ 234464 h 234951"/>
              <a:gd name="connsiteX3" fmla="*/ 0 w 9725290"/>
              <a:gd name="connsiteY3" fmla="*/ 234951 h 234951"/>
              <a:gd name="connsiteX4" fmla="*/ 736088 w 9725290"/>
              <a:gd name="connsiteY4" fmla="*/ 0 h 234951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7111899 w 9725290"/>
              <a:gd name="connsiteY2" fmla="*/ 75858 h 234951"/>
              <a:gd name="connsiteX3" fmla="*/ 9725290 w 9725290"/>
              <a:gd name="connsiteY3" fmla="*/ 234464 h 234951"/>
              <a:gd name="connsiteX4" fmla="*/ 0 w 9725290"/>
              <a:gd name="connsiteY4" fmla="*/ 234951 h 234951"/>
              <a:gd name="connsiteX5" fmla="*/ 736088 w 9725290"/>
              <a:gd name="connsiteY5" fmla="*/ 0 h 234951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709463 w 9725290"/>
              <a:gd name="connsiteY2" fmla="*/ 0 h 368609"/>
              <a:gd name="connsiteX3" fmla="*/ 9725290 w 9725290"/>
              <a:gd name="connsiteY3" fmla="*/ 368122 h 368609"/>
              <a:gd name="connsiteX4" fmla="*/ 0 w 9725290"/>
              <a:gd name="connsiteY4" fmla="*/ 368609 h 368609"/>
              <a:gd name="connsiteX5" fmla="*/ 736088 w 9725290"/>
              <a:gd name="connsiteY5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7843941 w 9725290"/>
              <a:gd name="connsiteY2" fmla="*/ 63216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718680 w 9725290"/>
              <a:gd name="connsiteY1" fmla="*/ 135325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25290" h="368609">
                <a:moveTo>
                  <a:pt x="736088" y="133658"/>
                </a:moveTo>
                <a:lnTo>
                  <a:pt x="5718680" y="135325"/>
                </a:lnTo>
                <a:lnTo>
                  <a:pt x="9071878" y="1807"/>
                </a:lnTo>
                <a:lnTo>
                  <a:pt x="9709463" y="0"/>
                </a:lnTo>
                <a:lnTo>
                  <a:pt x="9725290" y="368122"/>
                </a:lnTo>
                <a:lnTo>
                  <a:pt x="0" y="368609"/>
                </a:lnTo>
                <a:lnTo>
                  <a:pt x="736088" y="13365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97536" y="6583680"/>
            <a:ext cx="284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560064" y="6583680"/>
            <a:ext cx="670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1070336" y="658368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84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tx2"/>
        </a:buClr>
        <a:buSzPct val="90000"/>
        <a:buFont typeface="Wingdings 3" pitchFamily="18" charset="2"/>
        <a:buChar char="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4C6F726-890C-4237-86AF-8F370EE57126}"/>
              </a:ext>
            </a:extLst>
          </p:cNvPr>
          <p:cNvSpPr/>
          <p:nvPr/>
        </p:nvSpPr>
        <p:spPr>
          <a:xfrm>
            <a:off x="105333" y="1597729"/>
            <a:ext cx="11981329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생성형 </a:t>
            </a:r>
            <a:r>
              <a:rPr lang="en-US" altLang="ko-KR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 1</a:t>
            </a:r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차 프로젝트</a:t>
            </a:r>
            <a:endParaRPr lang="en-US" altLang="ko-KR" sz="3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서울시 </a:t>
            </a:r>
            <a:r>
              <a:rPr lang="en-US" altLang="ko-KR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 </a:t>
            </a:r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보건 분석 시스템</a:t>
            </a:r>
            <a:endParaRPr lang="en-US" altLang="ko-KR" sz="3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개발 기획서</a:t>
            </a:r>
            <a:endParaRPr lang="en-US" altLang="ko-KR" sz="3000" b="1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846CA-ECBE-41A0-BFEC-548E758D6B7C}"/>
              </a:ext>
            </a:extLst>
          </p:cNvPr>
          <p:cNvSpPr txBox="1"/>
          <p:nvPr/>
        </p:nvSpPr>
        <p:spPr>
          <a:xfrm>
            <a:off x="5069539" y="4450975"/>
            <a:ext cx="2052918" cy="1029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2026.03.23</a:t>
            </a:r>
          </a:p>
          <a:p>
            <a:pPr algn="ctr">
              <a:lnSpc>
                <a:spcPct val="150000"/>
              </a:lnSpc>
            </a:pPr>
            <a:r>
              <a:rPr lang="en-US" altLang="ko-KR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 박영훈</a:t>
            </a:r>
          </a:p>
        </p:txBody>
      </p:sp>
    </p:spTree>
    <p:extLst>
      <p:ext uri="{BB962C8B-B14F-4D97-AF65-F5344CB8AC3E}">
        <p14:creationId xmlns:p14="http://schemas.microsoft.com/office/powerpoint/2010/main" val="194548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6562A-BC7B-439E-8184-F5D82C0A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7602CD-DA65-42FB-B785-6A5F85DE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67" y="542319"/>
            <a:ext cx="23198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기획 의도</a:t>
            </a:r>
            <a:r>
              <a:rPr kumimoji="0" lang="en-US" altLang="ko-KR" sz="2400" b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(1/2)</a:t>
            </a:r>
            <a:endParaRPr kumimoji="0" lang="ko-KR" altLang="ko-KR" sz="16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32A60-BC9A-4421-BD0A-8D6AA9A24E65}"/>
              </a:ext>
            </a:extLst>
          </p:cNvPr>
          <p:cNvSpPr txBox="1"/>
          <p:nvPr/>
        </p:nvSpPr>
        <p:spPr>
          <a:xfrm>
            <a:off x="663388" y="2435845"/>
            <a:ext cx="5432612" cy="242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미세먼지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초미세먼지는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 중금속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황산화물이 섞인 </a:t>
            </a:r>
            <a:r>
              <a:rPr lang="en-US" altLang="ko-KR" sz="2000" b="1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급 발암물질</a:t>
            </a:r>
            <a:endParaRPr lang="en-US" altLang="ko-KR" sz="1600" b="1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오래 노출될 경우 면역력이 급감하여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감기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천식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기관지염 등 </a:t>
            </a:r>
            <a:r>
              <a:rPr lang="ko-KR" altLang="en-US" b="1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호흡기 질환 유발</a:t>
            </a:r>
            <a:endParaRPr lang="en-US" altLang="ko-KR" b="1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조기 사망률 ↑</a:t>
            </a:r>
            <a:endParaRPr lang="en-US" altLang="ko-KR" b="1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F1726-02DC-4830-9F13-0492EE7D705F}"/>
              </a:ext>
            </a:extLst>
          </p:cNvPr>
          <p:cNvSpPr txBox="1"/>
          <p:nvPr/>
        </p:nvSpPr>
        <p:spPr>
          <a:xfrm>
            <a:off x="1114535" y="1314081"/>
            <a:ext cx="4249271" cy="4616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ko-KR" altLang="ko-KR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미세먼지 피해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C91D125-5E4D-4D96-A82D-EA932E0D97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818" y="4329623"/>
            <a:ext cx="4987682" cy="19198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27913A2-0F83-4B31-98F4-47D506F77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47" y="1560554"/>
            <a:ext cx="4062453" cy="23638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560E64-00A3-46D0-B1B6-DED3C1347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264" y="1271677"/>
            <a:ext cx="5946029" cy="3474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36D1E5-7D92-4F32-A122-96E668220E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7173" r="6608" b="19818"/>
          <a:stretch/>
        </p:blipFill>
        <p:spPr>
          <a:xfrm>
            <a:off x="5833204" y="3475049"/>
            <a:ext cx="3203359" cy="76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6562A-BC7B-439E-8184-F5D82C0A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7602CD-DA65-42FB-B785-6A5F85DE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67" y="542319"/>
            <a:ext cx="23198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기획 의도</a:t>
            </a:r>
            <a:r>
              <a:rPr kumimoji="0" lang="en-US" altLang="ko-KR" sz="2400" b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(2/2)</a:t>
            </a:r>
            <a:endParaRPr kumimoji="0" lang="ko-KR" altLang="ko-KR" sz="16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32A60-BC9A-4421-BD0A-8D6AA9A24E65}"/>
              </a:ext>
            </a:extLst>
          </p:cNvPr>
          <p:cNvSpPr txBox="1"/>
          <p:nvPr/>
        </p:nvSpPr>
        <p:spPr>
          <a:xfrm>
            <a:off x="663388" y="2328269"/>
            <a:ext cx="5432612" cy="15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미세먼지 농도가 낮아지면 안전하다고 인지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그러나 미세먼지는 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2~3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일이 지나도록 배출 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X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2~3 </a:t>
            </a:r>
            <a:r>
              <a:rPr lang="ko-KR" altLang="en-US" sz="20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 뒤에도 호흡기 환자 발생</a:t>
            </a:r>
            <a:endParaRPr lang="en-US" altLang="ko-KR" sz="200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F1726-02DC-4830-9F13-0492EE7D705F}"/>
              </a:ext>
            </a:extLst>
          </p:cNvPr>
          <p:cNvSpPr txBox="1"/>
          <p:nvPr/>
        </p:nvSpPr>
        <p:spPr>
          <a:xfrm>
            <a:off x="1114535" y="1314081"/>
            <a:ext cx="4249271" cy="4616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미세먼지 질환 발병</a:t>
            </a:r>
            <a:endParaRPr lang="ko-KR" altLang="ko-KR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9CDAC5E-B0F3-4258-AAF1-65467D01B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436" y="2492928"/>
            <a:ext cx="5616497" cy="988191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7339EA22-3880-48EB-AD3F-403D1BA41F9A}"/>
              </a:ext>
            </a:extLst>
          </p:cNvPr>
          <p:cNvSpPr/>
          <p:nvPr/>
        </p:nvSpPr>
        <p:spPr>
          <a:xfrm>
            <a:off x="5820335" y="4147741"/>
            <a:ext cx="551330" cy="646332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2D6B11-8BEE-43FE-9FC1-87EDD155B498}"/>
              </a:ext>
            </a:extLst>
          </p:cNvPr>
          <p:cNvSpPr txBox="1"/>
          <p:nvPr/>
        </p:nvSpPr>
        <p:spPr>
          <a:xfrm>
            <a:off x="2021541" y="5085716"/>
            <a:ext cx="8148918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미세먼지 발생 후 지속되는 </a:t>
            </a:r>
            <a:r>
              <a:rPr lang="ko-KR" altLang="en-US" sz="2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위험성 인지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필요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지역별 위험성 등급을 지도에 직관적으로 표현하여 위험성 인지 및 피해 예방</a:t>
            </a:r>
          </a:p>
        </p:txBody>
      </p:sp>
    </p:spTree>
    <p:extLst>
      <p:ext uri="{BB962C8B-B14F-4D97-AF65-F5344CB8AC3E}">
        <p14:creationId xmlns:p14="http://schemas.microsoft.com/office/powerpoint/2010/main" val="401639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6562A-BC7B-439E-8184-F5D82C0A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7602CD-DA65-42FB-B785-6A5F85DE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67" y="542319"/>
            <a:ext cx="1499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개발 목표</a:t>
            </a:r>
            <a:endParaRPr kumimoji="0" lang="ko-KR" altLang="ko-KR" sz="16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3895275-0CF7-4138-B7EB-2451A1550ECC}"/>
              </a:ext>
            </a:extLst>
          </p:cNvPr>
          <p:cNvSpPr/>
          <p:nvPr/>
        </p:nvSpPr>
        <p:spPr>
          <a:xfrm>
            <a:off x="829767" y="2099713"/>
            <a:ext cx="4325202" cy="38509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노출도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현재 및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1~3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일전 농도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en-US" altLang="ko-KR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	</a:t>
            </a:r>
          </a:p>
          <a:p>
            <a:pPr algn="ctr"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취약성</a:t>
            </a:r>
            <a:r>
              <a:rPr lang="ko-KR" altLang="en-US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환자 발생 수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취약 계층 비율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대응력</a:t>
            </a:r>
            <a:r>
              <a:rPr lang="ko-KR" altLang="en-US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의료 인프라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데이터를 </a:t>
            </a:r>
            <a:r>
              <a:rPr lang="ko-KR" altLang="en-US" sz="15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군집화</a:t>
            </a:r>
            <a:r>
              <a:rPr lang="en-US" altLang="ko-KR" sz="15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(Clustering) </a:t>
            </a:r>
            <a:r>
              <a:rPr lang="ko-KR" altLang="en-US" sz="15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모델로 분석</a:t>
            </a:r>
            <a:endParaRPr lang="en-US" altLang="ko-KR" sz="1500" b="1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실제 환경 기준과 비교</a:t>
            </a:r>
            <a:r>
              <a:rPr lang="en-US" altLang="ko-KR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모순 여부 검증 및 보완하여 위험 등급 </a:t>
            </a:r>
            <a:r>
              <a:rPr lang="en-US" altLang="ko-KR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15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단계 분류</a:t>
            </a:r>
            <a:endParaRPr lang="en-US" altLang="ko-KR" sz="15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위험 등급</a:t>
            </a:r>
            <a:r>
              <a:rPr lang="en-US" altLang="ko-KR" b="1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4</a:t>
            </a:r>
            <a:r>
              <a:rPr lang="ko-KR" altLang="en-US" b="1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단계</a:t>
            </a:r>
            <a:endParaRPr lang="en-US" altLang="ko-KR" b="1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u="sng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안전</a:t>
            </a:r>
            <a:r>
              <a:rPr lang="en-US" altLang="ko-KR" sz="1600" u="sng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r>
              <a:rPr lang="ko-KR" altLang="en-US" sz="1600" u="sng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보통</a:t>
            </a:r>
            <a:r>
              <a:rPr lang="en-US" altLang="ko-KR" sz="1600" u="sng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r>
              <a:rPr lang="ko-KR" altLang="en-US" sz="1600" u="sng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민감</a:t>
            </a:r>
            <a:r>
              <a:rPr lang="en-US" altLang="ko-KR" sz="1600" u="sng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r>
              <a:rPr lang="ko-KR" altLang="en-US" sz="1600" u="sng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고위험</a:t>
            </a:r>
            <a:endParaRPr lang="en-US" altLang="ko-KR" sz="1600" u="sng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15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3B546-EFAF-4150-9728-8A86A8D056AB}"/>
              </a:ext>
            </a:extLst>
          </p:cNvPr>
          <p:cNvSpPr txBox="1"/>
          <p:nvPr/>
        </p:nvSpPr>
        <p:spPr>
          <a:xfrm>
            <a:off x="829767" y="1213892"/>
            <a:ext cx="1069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현재 미세먼지 농도를 넘어 과거 미세먼지와 지역 상황을 분석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실제 위험 등급을 분류해주는 서비스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FA9B2D2-A0F3-4D54-8009-6A94B267D3F9}"/>
              </a:ext>
            </a:extLst>
          </p:cNvPr>
          <p:cNvSpPr/>
          <p:nvPr/>
        </p:nvSpPr>
        <p:spPr>
          <a:xfrm>
            <a:off x="6898874" y="2099713"/>
            <a:ext cx="4325202" cy="38509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 지도를 기반으로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지역별 위험 등급을 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색상으로 표시하여 시각적으로 확인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지역 선택 시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등급별 안전 행동 지침</a:t>
            </a:r>
            <a:r>
              <a:rPr lang="en-US" altLang="ko-KR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상세 원인을 분석하는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웹 서비스 제공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70EDB-838A-41CF-8BB5-B88BE3824732}"/>
              </a:ext>
            </a:extLst>
          </p:cNvPr>
          <p:cNvSpPr txBox="1"/>
          <p:nvPr/>
        </p:nvSpPr>
        <p:spPr>
          <a:xfrm>
            <a:off x="7963298" y="1790450"/>
            <a:ext cx="219635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웹 서비스 제공</a:t>
            </a:r>
            <a:endParaRPr lang="en-US" altLang="ko-KR" sz="24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77279-6828-47CD-8FFC-BACE7FBE16E0}"/>
              </a:ext>
            </a:extLst>
          </p:cNvPr>
          <p:cNvSpPr txBox="1"/>
          <p:nvPr/>
        </p:nvSpPr>
        <p:spPr>
          <a:xfrm>
            <a:off x="2032349" y="1790450"/>
            <a:ext cx="192925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 </a:t>
            </a:r>
            <a:r>
              <a:rPr lang="ko-KR" altLang="en-US" sz="24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개발</a:t>
            </a:r>
            <a:endParaRPr lang="en-US" altLang="ko-KR" sz="24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090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C36D2E-F564-468A-9A3F-37F38B75DBD2}"/>
              </a:ext>
            </a:extLst>
          </p:cNvPr>
          <p:cNvSpPr txBox="1"/>
          <p:nvPr/>
        </p:nvSpPr>
        <p:spPr>
          <a:xfrm>
            <a:off x="3520888" y="2782669"/>
            <a:ext cx="5150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200906040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2">
  <a:themeElements>
    <a:clrScheme name="Education02">
      <a:dk1>
        <a:srgbClr val="000000"/>
      </a:dk1>
      <a:lt1>
        <a:srgbClr val="FFFFFF"/>
      </a:lt1>
      <a:dk2>
        <a:srgbClr val="006699"/>
      </a:dk2>
      <a:lt2>
        <a:srgbClr val="ECF0ED"/>
      </a:lt2>
      <a:accent1>
        <a:srgbClr val="DF3939"/>
      </a:accent1>
      <a:accent2>
        <a:srgbClr val="F0A73C"/>
      </a:accent2>
      <a:accent3>
        <a:srgbClr val="21A6C5"/>
      </a:accent3>
      <a:accent4>
        <a:srgbClr val="BEC936"/>
      </a:accent4>
      <a:accent5>
        <a:srgbClr val="ECB0B0"/>
      </a:accent5>
      <a:accent6>
        <a:srgbClr val="C1C1C1"/>
      </a:accent6>
      <a:hlink>
        <a:srgbClr val="0099CC"/>
      </a:hlink>
      <a:folHlink>
        <a:srgbClr val="D361AA"/>
      </a:folHlink>
    </a:clrScheme>
    <a:fontScheme name="Education02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ducation02">
      <a:fillStyleLst>
        <a:solidFill>
          <a:schemeClr val="phClr"/>
        </a:solidFill>
        <a:solidFill>
          <a:schemeClr val="phClr">
            <a:tint val="60000"/>
            <a:satMod val="150000"/>
          </a:schemeClr>
        </a:solidFill>
        <a:gradFill rotWithShape="1">
          <a:gsLst>
            <a:gs pos="0">
              <a:schemeClr val="phClr">
                <a:shade val="100000"/>
                <a:satMod val="100000"/>
              </a:schemeClr>
            </a:gs>
            <a:gs pos="100000">
              <a:schemeClr val="phClr">
                <a:shade val="70000"/>
                <a:satMod val="1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127000" dist="25400" dir="13500000">
              <a:srgbClr val="000000">
                <a:alpha val="80000"/>
              </a:srgbClr>
            </a:innerShdw>
          </a:effectLst>
        </a:effectStyle>
        <a:effectStyle>
          <a:effectLst>
            <a:innerShdw blurRad="254000" dist="25400" dir="13500000">
              <a:srgbClr val="000000">
                <a:alpha val="80000"/>
              </a:srgbClr>
            </a:innerShdw>
          </a:effectLst>
        </a:effectStyle>
        <a:effectStyle>
          <a:effectLst>
            <a:outerShdw blurRad="50800" dist="508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soft" dir="b">
              <a:rot lat="0" lon="0" rev="9000000"/>
            </a:lightRig>
          </a:scene3d>
          <a:sp3d contourW="35560" prstMaterial="matte">
            <a:bevelT w="4445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20000"/>
              </a:schemeClr>
            </a:gs>
            <a:gs pos="100000">
              <a:schemeClr val="phClr">
                <a:tint val="70000"/>
                <a:shade val="100000"/>
                <a:satMod val="3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8000"/>
                <a:satMod val="200000"/>
              </a:schemeClr>
            </a:gs>
            <a:gs pos="100000">
              <a:schemeClr val="phClr">
                <a:shade val="86000"/>
                <a:satMod val="140000"/>
                <a:lumMod val="90000"/>
              </a:schemeClr>
            </a:gs>
          </a:gsLst>
          <a:lin ang="33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교육 테마</Template>
  <TotalTime>2818</TotalTime>
  <Words>202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HY견고딕</vt:lpstr>
      <vt:lpstr>HY그래픽M</vt:lpstr>
      <vt:lpstr>맑은 고딕</vt:lpstr>
      <vt:lpstr>Arial</vt:lpstr>
      <vt:lpstr>Candara</vt:lpstr>
      <vt:lpstr>Corbel</vt:lpstr>
      <vt:lpstr>Times New Roman</vt:lpstr>
      <vt:lpstr>Wingdings 3</vt:lpstr>
      <vt:lpstr>New_Education02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itbank403_15</dc:creator>
  <cp:lastModifiedBy>itbank403_15</cp:lastModifiedBy>
  <cp:revision>162</cp:revision>
  <dcterms:created xsi:type="dcterms:W3CDTF">2026-03-11T01:16:02Z</dcterms:created>
  <dcterms:modified xsi:type="dcterms:W3CDTF">2026-03-23T01:24:00Z</dcterms:modified>
</cp:coreProperties>
</file>