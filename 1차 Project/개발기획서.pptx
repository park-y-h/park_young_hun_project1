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63" r:id="rId4"/>
    <p:sldId id="26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0D8B2-179B-4FF2-9A2D-E21E6CD08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128C69-4048-41F0-804B-3B6A5B74F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550D1-3217-4B83-9E5F-13076528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7F5D7-58E3-4E3F-8322-9E0790B8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187EE-CBDD-476F-9E03-64E1E047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9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7899-53F1-4ACB-92C9-F5400EDA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334FB-D1CD-4AD6-B29C-9F29BF4D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7CC56-CF80-4DD7-9307-A3B84573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8BF84-FAA8-4946-9AAC-BF9F3148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E2576-E3AA-4C01-8FFB-F63F82A3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92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CCCB-18EA-4AA8-9207-7577D185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AAA95-5374-4392-B096-3DEDE15B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D760D-C07D-4AB5-87C1-9C66608D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E924-4BE9-4E54-AC09-C6E5C102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8F936-DA47-46DF-8E0A-254E4140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10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6E1B2-36C0-45B1-9DB1-A7B76D3E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8AEF7-1467-4F61-B274-75E1DC281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F30C9-2E4F-4167-86C5-9335C5A3A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5EC8C-95D0-4674-A012-F21FDA04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DEA968-C30E-4E33-B715-6A3DA717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7E148A-AE51-4412-81FF-8F591697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35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F478-3377-41D4-B075-52A3DC97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09584-2E5E-4024-B199-B23EFC4D1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D03BAA-352A-4BC7-B266-C25B2B00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0B15E2-00A7-47B9-A67C-7E7FB461F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0377C7-F722-44A9-A56C-E45DE40CB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EC0C99-F176-4761-AD0E-8AA131CC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105690-8934-4086-BE6F-D331FBC0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9C632B-4221-46F1-BFEF-DA911E62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0F69-9370-4D7B-9AF7-D193D84B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87659B-C2D2-4F1F-B8A5-A125D200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1B466A-8DF5-437C-A081-6CA11BAA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AD0D7-F57A-4304-A54F-62EDB858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9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667006-0FCF-4FCA-A0F9-1B5FE91E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D1E5B5-DEC5-4486-8BE2-324E36A0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5A746-F31E-4877-BD05-1FD84005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7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FF53B-AE62-45FE-8A78-0B6BE043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11D20-5644-4CF3-8BD7-8A4E4207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FFFC03-290E-4B61-A462-24ED884BC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AA82C-2856-420A-B442-99544AFC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64E34E-D091-4B1D-A1A3-A63DB045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E4F39-22FF-4C93-A238-470C8F56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0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592FF-EDB1-4377-A0D3-F3942136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4FD757-957A-4848-8191-BC5D4C0CB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C78F43-4F52-48C0-8E10-0931EF211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AE36C-CC0F-4613-A6C3-0F91861F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680F7-2D31-42A2-9339-CBE645CB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F75B0-23D2-4BA7-AB43-CF17870D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81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E6BEB-2A2E-4BDC-85E1-2588A235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8B1E9F-9418-41C6-A574-F5B1E7FB5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7C8B6-2557-4121-A1BB-F2D729E0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A2381-511D-4F48-AD37-3E2C06EB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3850F-BCA8-43C0-A847-D66F6DDE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02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DDFE8D-83E4-49D0-A673-5F0CBCB27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9CE70D-AD94-483A-B581-DF23FEBDB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21EB9-8C74-4487-BD85-8809D825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C8CE-4707-4412-9195-9C9BB49B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3DE1E-6B98-4C5B-B50C-7738ADC1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7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AAA9D0-6A38-4CEA-8C71-259443A7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6D985-AA5A-4A73-999E-6D899380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65D0DE-C08A-48D9-92DA-956F2F035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DC61E-D59A-42BA-A14D-DA30D927F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061A1-AA05-4CB9-94ED-676D2B0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23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C6F726-890C-4237-86AF-8F370EE57126}"/>
              </a:ext>
            </a:extLst>
          </p:cNvPr>
          <p:cNvSpPr/>
          <p:nvPr/>
        </p:nvSpPr>
        <p:spPr>
          <a:xfrm>
            <a:off x="105335" y="1994647"/>
            <a:ext cx="119813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 </a:t>
            </a:r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Project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30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미세먼지 위험 등급 지도 서비스</a:t>
            </a:r>
            <a:endParaRPr lang="en-US" altLang="ko-KR" sz="3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846CA-ECBE-41A0-BFEC-548E758D6B7C}"/>
              </a:ext>
            </a:extLst>
          </p:cNvPr>
          <p:cNvSpPr txBox="1"/>
          <p:nvPr/>
        </p:nvSpPr>
        <p:spPr>
          <a:xfrm>
            <a:off x="9529482" y="4437529"/>
            <a:ext cx="2052918" cy="85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26.03.16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조 박영훈</a:t>
            </a:r>
          </a:p>
        </p:txBody>
      </p:sp>
    </p:spTree>
    <p:extLst>
      <p:ext uri="{BB962C8B-B14F-4D97-AF65-F5344CB8AC3E}">
        <p14:creationId xmlns:p14="http://schemas.microsoft.com/office/powerpoint/2010/main" val="194548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6562A-BC7B-439E-8184-F5D82C0A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7602CD-DA65-42FB-B785-6A5F85DE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542319"/>
            <a:ext cx="1499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기획 의도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2A60-BC9A-4421-BD0A-8D6AA9A24E65}"/>
              </a:ext>
            </a:extLst>
          </p:cNvPr>
          <p:cNvSpPr txBox="1"/>
          <p:nvPr/>
        </p:nvSpPr>
        <p:spPr>
          <a:xfrm>
            <a:off x="243960" y="2462051"/>
            <a:ext cx="5432612" cy="2989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0.001mm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이하로 작은 미세먼지는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자연적으로 발생하는 황사와 다르게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 중금속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황산화물이 섞인 </a:t>
            </a:r>
            <a:r>
              <a:rPr lang="en-US" altLang="ko-KR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급 발암물질</a:t>
            </a:r>
            <a:endParaRPr lang="en-US" altLang="ko-KR" sz="16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오래 노출될 경우 면역력이 급감하여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감기</a:t>
            </a:r>
            <a:r>
              <a:rPr lang="en-US" altLang="ko-KR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천식</a:t>
            </a:r>
            <a:r>
              <a:rPr lang="en-US" altLang="ko-KR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기관지염 등 호흡기 질환을 유발</a:t>
            </a:r>
            <a:endParaRPr lang="en-US" altLang="ko-KR" sz="16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발생 후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도시 위험을 예측하여 피해 예방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F1726-02DC-4830-9F13-0492EE7D705F}"/>
              </a:ext>
            </a:extLst>
          </p:cNvPr>
          <p:cNvSpPr txBox="1"/>
          <p:nvPr/>
        </p:nvSpPr>
        <p:spPr>
          <a:xfrm>
            <a:off x="835631" y="1314081"/>
            <a:ext cx="4249271" cy="4616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ko-KR" altLang="ko-KR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미세먼지 피해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C91D125-5E4D-4D96-A82D-EA932E0D9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346" y="4269417"/>
            <a:ext cx="4621970" cy="17790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9FFF2D-D26D-4CB5-905D-71E48F3D4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430" y="1314081"/>
            <a:ext cx="3751803" cy="2369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6590E9-A00F-4E25-97C4-7FF3EC29D710}"/>
              </a:ext>
            </a:extLst>
          </p:cNvPr>
          <p:cNvSpPr txBox="1"/>
          <p:nvPr/>
        </p:nvSpPr>
        <p:spPr>
          <a:xfrm>
            <a:off x="6849402" y="3699346"/>
            <a:ext cx="3083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미세먼지로 흐려진 서울</a:t>
            </a:r>
          </a:p>
        </p:txBody>
      </p:sp>
    </p:spTree>
    <p:extLst>
      <p:ext uri="{BB962C8B-B14F-4D97-AF65-F5344CB8AC3E}">
        <p14:creationId xmlns:p14="http://schemas.microsoft.com/office/powerpoint/2010/main" val="10105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A6562A-BC7B-439E-8184-F5D82C0A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7602CD-DA65-42FB-B785-6A5F85DE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542319"/>
            <a:ext cx="1499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u="sng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기획 의도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71D721-DB11-4705-AE3C-0970417CDEC7}"/>
              </a:ext>
            </a:extLst>
          </p:cNvPr>
          <p:cNvSpPr txBox="1"/>
          <p:nvPr/>
        </p:nvSpPr>
        <p:spPr>
          <a:xfrm>
            <a:off x="853560" y="1359344"/>
            <a:ext cx="4249271" cy="4616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7030A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도시 위험도 등급</a:t>
            </a:r>
            <a:endParaRPr lang="ko-KR" altLang="ko-KR" sz="2400" b="1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C73F4-C300-43B7-BD0A-EF835E572323}"/>
              </a:ext>
            </a:extLst>
          </p:cNvPr>
          <p:cNvSpPr txBox="1"/>
          <p:nvPr/>
        </p:nvSpPr>
        <p:spPr>
          <a:xfrm>
            <a:off x="286638" y="4507248"/>
            <a:ext cx="5432612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 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단계 등급 분류</a:t>
            </a:r>
            <a:endParaRPr lang="en-US" altLang="ko-KR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081FA-2C6B-4115-864F-AEF04F175755}"/>
              </a:ext>
            </a:extLst>
          </p:cNvPr>
          <p:cNvSpPr txBox="1"/>
          <p:nvPr/>
        </p:nvSpPr>
        <p:spPr>
          <a:xfrm>
            <a:off x="593689" y="2299186"/>
            <a:ext cx="4809936" cy="1512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 발생 후 위험을 예측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지도로 직관적인 위험 등급 안내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 등급 원인 분석하여 제공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01733-E7BF-408A-BA34-CFAA372585C6}"/>
              </a:ext>
            </a:extLst>
          </p:cNvPr>
          <p:cNvSpPr txBox="1"/>
          <p:nvPr/>
        </p:nvSpPr>
        <p:spPr>
          <a:xfrm>
            <a:off x="7180731" y="1774504"/>
            <a:ext cx="4276164" cy="1467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도시 맞춤형 정책</a:t>
            </a:r>
            <a:endParaRPr lang="en-US" altLang="ko-KR" sz="2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2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의료 시설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대피소 등 인프라 보강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건강 취약 계층 지원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005A70-CF33-46EA-8EDF-BFDF8699842E}"/>
              </a:ext>
            </a:extLst>
          </p:cNvPr>
          <p:cNvSpPr/>
          <p:nvPr/>
        </p:nvSpPr>
        <p:spPr>
          <a:xfrm>
            <a:off x="490573" y="5295092"/>
            <a:ext cx="1129555" cy="6275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accent5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</a:t>
            </a:r>
            <a:endParaRPr lang="ko-KR" altLang="en-US" dirty="0">
              <a:solidFill>
                <a:schemeClr val="accent5">
                  <a:lumMod val="7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AF0556-EA4C-4C24-B307-E4586663166D}"/>
              </a:ext>
            </a:extLst>
          </p:cNvPr>
          <p:cNvSpPr/>
          <p:nvPr/>
        </p:nvSpPr>
        <p:spPr>
          <a:xfrm>
            <a:off x="3128214" y="5295092"/>
            <a:ext cx="1129555" cy="6275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F5C6E1-E254-42EB-93F2-B53E79D83F40}"/>
              </a:ext>
            </a:extLst>
          </p:cNvPr>
          <p:cNvSpPr/>
          <p:nvPr/>
        </p:nvSpPr>
        <p:spPr>
          <a:xfrm>
            <a:off x="1808812" y="5295092"/>
            <a:ext cx="1129555" cy="6275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보통</a:t>
            </a:r>
            <a:endParaRPr lang="ko-KR" altLang="en-US" dirty="0">
              <a:solidFill>
                <a:schemeClr val="accent6">
                  <a:lumMod val="7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B1D338-62F7-4AD3-B15E-83B62249ECF6}"/>
              </a:ext>
            </a:extLst>
          </p:cNvPr>
          <p:cNvSpPr/>
          <p:nvPr/>
        </p:nvSpPr>
        <p:spPr>
          <a:xfrm>
            <a:off x="4433045" y="5295092"/>
            <a:ext cx="1129555" cy="6275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endParaRPr lang="ko-KR" altLang="en-US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F868F582-BF70-4DE6-AC7F-F84C8A3FC4FE}"/>
              </a:ext>
            </a:extLst>
          </p:cNvPr>
          <p:cNvSpPr/>
          <p:nvPr/>
        </p:nvSpPr>
        <p:spPr>
          <a:xfrm>
            <a:off x="5562600" y="3131657"/>
            <a:ext cx="1066800" cy="71123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C073DC-251E-4FA7-9FA4-A8C954217583}"/>
              </a:ext>
            </a:extLst>
          </p:cNvPr>
          <p:cNvSpPr txBox="1"/>
          <p:nvPr/>
        </p:nvSpPr>
        <p:spPr>
          <a:xfrm>
            <a:off x="7180731" y="3953488"/>
            <a:ext cx="427616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생활 안전</a:t>
            </a:r>
            <a:endParaRPr lang="en-US" altLang="ko-KR" sz="2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2000" b="1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외출 및 활동 조절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생활 안전 점검 및 질병 예방 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89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5D3E7357-E088-4D6A-9AF0-F6C104014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04" y="257351"/>
            <a:ext cx="14991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400" b="1" u="sng" dirty="0">
                <a:solidFill>
                  <a:srgbClr val="00B050"/>
                </a:solidFill>
                <a:latin typeface="맑은 고딕" panose="020B0503020000020004" pitchFamily="50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개발 목표</a:t>
            </a:r>
            <a:endParaRPr kumimoji="0" lang="ko-KR" altLang="ko-KR" sz="1600" b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A943F-DD1B-4A05-9D13-7FE5F7D2563D}"/>
              </a:ext>
            </a:extLst>
          </p:cNvPr>
          <p:cNvSpPr txBox="1"/>
          <p:nvPr/>
        </p:nvSpPr>
        <p:spPr>
          <a:xfrm>
            <a:off x="210204" y="653917"/>
            <a:ext cx="9502588" cy="114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 미세먼지 피해 위험도 등급 분류</a:t>
            </a:r>
            <a:endParaRPr lang="en-US" altLang="ko-KR" sz="24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각 도시별로 미세먼지 피해 위험 등급을 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단계로 예측하고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위험도 지도를 출력하는 프로그램을 개발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8F4857A-787C-4FD3-B197-FB989FC643A7}"/>
              </a:ext>
            </a:extLst>
          </p:cNvPr>
          <p:cNvSpPr/>
          <p:nvPr/>
        </p:nvSpPr>
        <p:spPr>
          <a:xfrm>
            <a:off x="273423" y="2140693"/>
            <a:ext cx="1810871" cy="189155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</a:t>
            </a:r>
            <a:r>
              <a:rPr lang="ko-KR" altLang="en-US" sz="1600" b="1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전처리</a:t>
            </a:r>
            <a:endParaRPr lang="en-US" altLang="ko-KR" sz="1600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누락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오류로 측정된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확인 및 제거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환자 수 등 단위 정규화 처리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ko-KR" altLang="en-US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ko-KR" altLang="en-US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082D9C-8B5F-4178-83D3-49034A091030}"/>
              </a:ext>
            </a:extLst>
          </p:cNvPr>
          <p:cNvSpPr/>
          <p:nvPr/>
        </p:nvSpPr>
        <p:spPr>
          <a:xfrm>
            <a:off x="5190565" y="2097986"/>
            <a:ext cx="1810871" cy="189155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분류 모델 개발</a:t>
            </a:r>
            <a:endParaRPr lang="en-US" altLang="ko-KR" sz="1600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농도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기온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인프라 등 변수를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설정하여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 등급 분류 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100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A2622D-143B-4591-BA5A-FFE6B7056217}"/>
              </a:ext>
            </a:extLst>
          </p:cNvPr>
          <p:cNvSpPr/>
          <p:nvPr/>
        </p:nvSpPr>
        <p:spPr>
          <a:xfrm>
            <a:off x="2731994" y="2096114"/>
            <a:ext cx="1810871" cy="189155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 등급 생성</a:t>
            </a:r>
            <a:endParaRPr lang="en-US" altLang="ko-KR" sz="1600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일일 환자 데이터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각 도시 인구수 결합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환자 발생률 산출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 등급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(4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1F711FC-0AE9-4C14-8249-5B19DE635AD8}"/>
              </a:ext>
            </a:extLst>
          </p:cNvPr>
          <p:cNvSpPr/>
          <p:nvPr/>
        </p:nvSpPr>
        <p:spPr>
          <a:xfrm>
            <a:off x="7593779" y="2096114"/>
            <a:ext cx="1921584" cy="189155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 원인 분석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 등급 분류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입력 변수 기여도 분석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도시별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주요 원인 식별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D58216-9417-42F4-AA87-ECD01105299D}"/>
              </a:ext>
            </a:extLst>
          </p:cNvPr>
          <p:cNvSpPr/>
          <p:nvPr/>
        </p:nvSpPr>
        <p:spPr>
          <a:xfrm>
            <a:off x="10107706" y="2133233"/>
            <a:ext cx="1810871" cy="189155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 서비스</a:t>
            </a:r>
            <a:endParaRPr lang="en-US" altLang="ko-KR" sz="1600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 지도 기반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지역별 위험도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시각화 출력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상세 원인 제공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43D1C6-8EFF-4794-96F2-BB0F91406F96}"/>
              </a:ext>
            </a:extLst>
          </p:cNvPr>
          <p:cNvSpPr/>
          <p:nvPr/>
        </p:nvSpPr>
        <p:spPr>
          <a:xfrm>
            <a:off x="959768" y="4285115"/>
            <a:ext cx="4634753" cy="22710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위험 등급 분류 모델</a:t>
            </a:r>
            <a:endParaRPr lang="en-US" altLang="ko-KR" b="1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500" b="1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알고리즘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랜덤 </a:t>
            </a:r>
            <a:r>
              <a:rPr lang="ko-KR" altLang="en-US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포레스트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(Random Forest),</a:t>
            </a:r>
            <a:r>
              <a:rPr lang="en-US" altLang="ko-KR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XGBoost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변수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농도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1~3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일전 미세먼지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농도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지연효과 적용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 평균 기온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인프라 등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학습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: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환자 발생률과 변수를 통한 위험 등급 결정 학습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4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보통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 분류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CAF8F21D-1DBD-4004-BE34-8AD536606CA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85457" y="3838126"/>
            <a:ext cx="1310542" cy="808564"/>
          </a:xfrm>
          <a:prstGeom prst="bentConnector3">
            <a:avLst>
              <a:gd name="adj1" fmla="val 827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4E132A5-EF8E-4E7A-B54B-32DF8AAEF8E2}"/>
              </a:ext>
            </a:extLst>
          </p:cNvPr>
          <p:cNvSpPr/>
          <p:nvPr/>
        </p:nvSpPr>
        <p:spPr>
          <a:xfrm>
            <a:off x="6597479" y="4285114"/>
            <a:ext cx="4634753" cy="22710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변수 기여도 분석</a:t>
            </a:r>
            <a:endParaRPr lang="en-US" altLang="ko-KR" b="1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500" b="1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분석 원리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입력 변수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농도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인프라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등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가 위험 등급 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결정하는데 기여한 정도를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0~1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사이의 수치로 산출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원인 식별 </a:t>
            </a: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기여도가 높은 입력 변수 식별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</a:t>
            </a:r>
            <a:r>
              <a:rPr lang="ko-KR" altLang="en-US" sz="1100" dirty="0" err="1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도시별</a:t>
            </a:r>
            <a:r>
              <a:rPr lang="ko-KR" altLang="en-US" sz="11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주요 원인 분석 및 산출하여 제공</a:t>
            </a:r>
            <a:endParaRPr lang="en-US" altLang="ko-KR" sz="11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F9069D6-7163-497F-B33D-2FB88BD04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21562" y="3965213"/>
            <a:ext cx="644230" cy="342357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92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317</Words>
  <Application>Microsoft Office PowerPoint</Application>
  <PresentationFormat>와이드스크린</PresentationFormat>
  <Paragraphs>74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HY견고딕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itbank403_15</dc:creator>
  <cp:lastModifiedBy>itbank403_15</cp:lastModifiedBy>
  <cp:revision>101</cp:revision>
  <dcterms:created xsi:type="dcterms:W3CDTF">2026-03-11T01:16:02Z</dcterms:created>
  <dcterms:modified xsi:type="dcterms:W3CDTF">2026-03-17T04:01:26Z</dcterms:modified>
</cp:coreProperties>
</file>