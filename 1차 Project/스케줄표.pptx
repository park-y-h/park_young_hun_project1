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0D8B2-179B-4FF2-9A2D-E21E6CD08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128C69-4048-41F0-804B-3B6A5B74F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550D1-3217-4B83-9E5F-13076528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7F5D7-58E3-4E3F-8322-9E0790B8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187EE-CBDD-476F-9E03-64E1E047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9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7899-53F1-4ACB-92C9-F5400EDA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334FB-D1CD-4AD6-B29C-9F29BF4D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7CC56-CF80-4DD7-9307-A3B84573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8BF84-FAA8-4946-9AAC-BF9F3148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E2576-E3AA-4C01-8FFB-F63F82A3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92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CCCB-18EA-4AA8-9207-7577D185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AAA95-5374-4392-B096-3DEDE15B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D760D-C07D-4AB5-87C1-9C66608D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E924-4BE9-4E54-AC09-C6E5C102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8F936-DA47-46DF-8E0A-254E4140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10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6E1B2-36C0-45B1-9DB1-A7B76D3E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8AEF7-1467-4F61-B274-75E1DC281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F30C9-2E4F-4167-86C5-9335C5A3A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5EC8C-95D0-4674-A012-F21FDA04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DEA968-C30E-4E33-B715-6A3DA717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7E148A-AE51-4412-81FF-8F591697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35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F478-3377-41D4-B075-52A3DC97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09584-2E5E-4024-B199-B23EFC4D1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D03BAA-352A-4BC7-B266-C25B2B00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0B15E2-00A7-47B9-A67C-7E7FB461F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0377C7-F722-44A9-A56C-E45DE40CB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EC0C99-F176-4761-AD0E-8AA131CC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105690-8934-4086-BE6F-D331FBC0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9C632B-4221-46F1-BFEF-DA911E62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0F69-9370-4D7B-9AF7-D193D84B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87659B-C2D2-4F1F-B8A5-A125D200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1B466A-8DF5-437C-A081-6CA11BAA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AD0D7-F57A-4304-A54F-62EDB858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9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667006-0FCF-4FCA-A0F9-1B5FE91E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D1E5B5-DEC5-4486-8BE2-324E36A0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5A746-F31E-4877-BD05-1FD84005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7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FF53B-AE62-45FE-8A78-0B6BE043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11D20-5644-4CF3-8BD7-8A4E4207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FFFC03-290E-4B61-A462-24ED884BC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AA82C-2856-420A-B442-99544AFC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64E34E-D091-4B1D-A1A3-A63DB045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E4F39-22FF-4C93-A238-470C8F56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0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592FF-EDB1-4377-A0D3-F3942136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4FD757-957A-4848-8191-BC5D4C0CB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C78F43-4F52-48C0-8E10-0931EF211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AE36C-CC0F-4613-A6C3-0F91861F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680F7-2D31-42A2-9339-CBE645CB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F75B0-23D2-4BA7-AB43-CF17870D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81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E6BEB-2A2E-4BDC-85E1-2588A235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8B1E9F-9418-41C6-A574-F5B1E7FB5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7C8B6-2557-4121-A1BB-F2D729E0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A2381-511D-4F48-AD37-3E2C06EB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3850F-BCA8-43C0-A847-D66F6DDE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02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DDFE8D-83E4-49D0-A673-5F0CBCB27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9CE70D-AD94-483A-B581-DF23FEBDB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21EB9-8C74-4487-BD85-8809D825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C8CE-4707-4412-9195-9C9BB49B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3DE1E-6B98-4C5B-B50C-7738ADC1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7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AAA9D0-6A38-4CEA-8C71-259443A7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6D985-AA5A-4A73-999E-6D899380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65D0DE-C08A-48D9-92DA-956F2F035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C58AD-CF18-4E0A-BA93-5DDE63BFD59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DC61E-D59A-42BA-A14D-DA30D927F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061A1-AA05-4CB9-94ED-676D2B0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23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9B7C7E-D1D7-4D36-A5AC-77E93FE40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0088"/>
            <a:ext cx="12192000" cy="509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itbank403_15</dc:creator>
  <cp:lastModifiedBy>itbank403_15</cp:lastModifiedBy>
  <cp:revision>76</cp:revision>
  <dcterms:created xsi:type="dcterms:W3CDTF">2026-03-11T01:16:02Z</dcterms:created>
  <dcterms:modified xsi:type="dcterms:W3CDTF">2026-03-16T01:17:47Z</dcterms:modified>
</cp:coreProperties>
</file>